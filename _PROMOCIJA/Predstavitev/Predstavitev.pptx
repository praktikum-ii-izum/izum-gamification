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</p:sldIdLst>
  <p:sldSz cx="20104100" cy="10052050"/>
  <p:notesSz cx="20104100" cy="100520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116135"/>
            <a:ext cx="17088486" cy="21109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5629148"/>
            <a:ext cx="14072870" cy="25130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1005205" y="2311971"/>
            <a:ext cx="8745284" cy="663435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10353611" y="2311971"/>
            <a:ext cx="8745284" cy="663435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20104100" cy="10052050"/>
          </a:xfrm>
          <a:custGeom>
            <a:avLst/>
            <a:gdLst/>
            <a:ahLst/>
            <a:cxnLst/>
            <a:rect l="l" t="t" r="r" b="b"/>
            <a:pathLst>
              <a:path w="20104100" h="10052050">
                <a:moveTo>
                  <a:pt x="20104099" y="0"/>
                </a:moveTo>
                <a:lnTo>
                  <a:pt x="0" y="0"/>
                </a:lnTo>
                <a:lnTo>
                  <a:pt x="0" y="10052049"/>
                </a:lnTo>
                <a:lnTo>
                  <a:pt x="20104099" y="10052049"/>
                </a:lnTo>
                <a:lnTo>
                  <a:pt x="20104099" y="0"/>
                </a:lnTo>
                <a:close/>
              </a:path>
            </a:pathLst>
          </a:custGeom>
          <a:solidFill>
            <a:srgbClr val="7ECE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90977" y="3453488"/>
            <a:ext cx="2944639" cy="180575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05205" y="402082"/>
            <a:ext cx="18093690" cy="160832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311971"/>
            <a:ext cx="18093690" cy="663435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835394" y="9348407"/>
            <a:ext cx="6433312" cy="5026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1005205" y="9348407"/>
            <a:ext cx="4623943" cy="5026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4474953" y="9348407"/>
            <a:ext cx="4623943" cy="5026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image" Target="../media/image12.png"/><Relationship Id="rId13" Type="http://schemas.openxmlformats.org/officeDocument/2006/relationships/image" Target="../media/image13.png"/><Relationship Id="rId14" Type="http://schemas.openxmlformats.org/officeDocument/2006/relationships/image" Target="../media/image14.png"/><Relationship Id="rId15" Type="http://schemas.openxmlformats.org/officeDocument/2006/relationships/image" Target="../media/image15.png"/><Relationship Id="rId16" Type="http://schemas.openxmlformats.org/officeDocument/2006/relationships/image" Target="../media/image16.png"/><Relationship Id="rId17" Type="http://schemas.openxmlformats.org/officeDocument/2006/relationships/image" Target="../media/image17.png"/><Relationship Id="rId18" Type="http://schemas.openxmlformats.org/officeDocument/2006/relationships/image" Target="../media/image18.png"/><Relationship Id="rId19" Type="http://schemas.openxmlformats.org/officeDocument/2006/relationships/image" Target="../media/image19.png"/><Relationship Id="rId20" Type="http://schemas.openxmlformats.org/officeDocument/2006/relationships/image" Target="../media/image20.png"/><Relationship Id="rId21" Type="http://schemas.openxmlformats.org/officeDocument/2006/relationships/image" Target="../media/image21.png"/><Relationship Id="rId22" Type="http://schemas.openxmlformats.org/officeDocument/2006/relationships/image" Target="../media/image22.png"/><Relationship Id="rId23" Type="http://schemas.openxmlformats.org/officeDocument/2006/relationships/image" Target="../media/image23.png"/><Relationship Id="rId24" Type="http://schemas.openxmlformats.org/officeDocument/2006/relationships/image" Target="../media/image24.png"/><Relationship Id="rId25" Type="http://schemas.openxmlformats.org/officeDocument/2006/relationships/image" Target="../media/image25.png"/><Relationship Id="rId26" Type="http://schemas.openxmlformats.org/officeDocument/2006/relationships/image" Target="../media/image26.png"/><Relationship Id="rId27" Type="http://schemas.openxmlformats.org/officeDocument/2006/relationships/image" Target="../media/image27.png"/><Relationship Id="rId28" Type="http://schemas.openxmlformats.org/officeDocument/2006/relationships/image" Target="../media/image28.png"/><Relationship Id="rId29" Type="http://schemas.openxmlformats.org/officeDocument/2006/relationships/image" Target="../media/image29.png"/><Relationship Id="rId30" Type="http://schemas.openxmlformats.org/officeDocument/2006/relationships/image" Target="../media/image30.jpg"/><Relationship Id="rId31" Type="http://schemas.openxmlformats.org/officeDocument/2006/relationships/image" Target="../media/image31.png"/><Relationship Id="rId32" Type="http://schemas.openxmlformats.org/officeDocument/2006/relationships/image" Target="../media/image32.jpg"/><Relationship Id="rId33" Type="http://schemas.openxmlformats.org/officeDocument/2006/relationships/image" Target="../media/image33.png"/><Relationship Id="rId34" Type="http://schemas.openxmlformats.org/officeDocument/2006/relationships/image" Target="../media/image34.jpg"/><Relationship Id="rId35" Type="http://schemas.openxmlformats.org/officeDocument/2006/relationships/image" Target="../media/image35.png"/><Relationship Id="rId36" Type="http://schemas.openxmlformats.org/officeDocument/2006/relationships/image" Target="../media/image36.jpg"/><Relationship Id="rId37" Type="http://schemas.openxmlformats.org/officeDocument/2006/relationships/image" Target="../media/image37.png"/><Relationship Id="rId38" Type="http://schemas.openxmlformats.org/officeDocument/2006/relationships/image" Target="../media/image38.jpg"/><Relationship Id="rId39" Type="http://schemas.openxmlformats.org/officeDocument/2006/relationships/image" Target="../media/image39.png"/><Relationship Id="rId40" Type="http://schemas.openxmlformats.org/officeDocument/2006/relationships/image" Target="../media/image40.jpg"/><Relationship Id="rId41" Type="http://schemas.openxmlformats.org/officeDocument/2006/relationships/image" Target="../media/image41.png"/><Relationship Id="rId42" Type="http://schemas.openxmlformats.org/officeDocument/2006/relationships/image" Target="../media/image42.jpg"/><Relationship Id="rId43" Type="http://schemas.openxmlformats.org/officeDocument/2006/relationships/image" Target="../media/image43.png"/><Relationship Id="rId44" Type="http://schemas.openxmlformats.org/officeDocument/2006/relationships/image" Target="../media/image44.jpg"/><Relationship Id="rId45" Type="http://schemas.openxmlformats.org/officeDocument/2006/relationships/image" Target="../media/image45.png"/><Relationship Id="rId46" Type="http://schemas.openxmlformats.org/officeDocument/2006/relationships/image" Target="../media/image46.png"/><Relationship Id="rId47" Type="http://schemas.openxmlformats.org/officeDocument/2006/relationships/image" Target="../media/image47.png"/><Relationship Id="rId48" Type="http://schemas.openxmlformats.org/officeDocument/2006/relationships/image" Target="../media/image48.png"/><Relationship Id="rId49" Type="http://schemas.openxmlformats.org/officeDocument/2006/relationships/image" Target="../media/image49.png"/><Relationship Id="rId50" Type="http://schemas.openxmlformats.org/officeDocument/2006/relationships/image" Target="../media/image50.png"/><Relationship Id="rId51" Type="http://schemas.openxmlformats.org/officeDocument/2006/relationships/image" Target="../media/image51.png"/><Relationship Id="rId52" Type="http://schemas.openxmlformats.org/officeDocument/2006/relationships/image" Target="../media/image52.jpg"/><Relationship Id="rId53" Type="http://schemas.openxmlformats.org/officeDocument/2006/relationships/image" Target="../media/image53.png"/><Relationship Id="rId54" Type="http://schemas.openxmlformats.org/officeDocument/2006/relationships/image" Target="../media/image54.png"/><Relationship Id="rId55" Type="http://schemas.openxmlformats.org/officeDocument/2006/relationships/image" Target="../media/image55.png"/><Relationship Id="rId56" Type="http://schemas.openxmlformats.org/officeDocument/2006/relationships/image" Target="../media/image56.png"/><Relationship Id="rId57" Type="http://schemas.openxmlformats.org/officeDocument/2006/relationships/image" Target="../media/image57.png"/><Relationship Id="rId58" Type="http://schemas.openxmlformats.org/officeDocument/2006/relationships/image" Target="../media/image58.png"/><Relationship Id="rId59" Type="http://schemas.openxmlformats.org/officeDocument/2006/relationships/image" Target="../media/image59.png"/><Relationship Id="rId60" Type="http://schemas.openxmlformats.org/officeDocument/2006/relationships/image" Target="../media/image60.png"/><Relationship Id="rId61" Type="http://schemas.openxmlformats.org/officeDocument/2006/relationships/image" Target="../media/image61.png"/><Relationship Id="rId62" Type="http://schemas.openxmlformats.org/officeDocument/2006/relationships/image" Target="../media/image62.png"/><Relationship Id="rId63" Type="http://schemas.openxmlformats.org/officeDocument/2006/relationships/image" Target="../media/image63.png"/><Relationship Id="rId64" Type="http://schemas.openxmlformats.org/officeDocument/2006/relationships/image" Target="../media/image64.png"/><Relationship Id="rId65" Type="http://schemas.openxmlformats.org/officeDocument/2006/relationships/image" Target="../media/image65.png"/><Relationship Id="rId66" Type="http://schemas.openxmlformats.org/officeDocument/2006/relationships/image" Target="../media/image66.jpg"/><Relationship Id="rId67" Type="http://schemas.openxmlformats.org/officeDocument/2006/relationships/image" Target="../media/image67.png"/><Relationship Id="rId68" Type="http://schemas.openxmlformats.org/officeDocument/2006/relationships/image" Target="../media/image68.png"/><Relationship Id="rId69" Type="http://schemas.openxmlformats.org/officeDocument/2006/relationships/image" Target="../media/image69.png"/><Relationship Id="rId70" Type="http://schemas.openxmlformats.org/officeDocument/2006/relationships/image" Target="../media/image70.png"/><Relationship Id="rId71" Type="http://schemas.openxmlformats.org/officeDocument/2006/relationships/image" Target="../media/image71.jpg"/><Relationship Id="rId72" Type="http://schemas.openxmlformats.org/officeDocument/2006/relationships/image" Target="../media/image72.png"/><Relationship Id="rId73" Type="http://schemas.openxmlformats.org/officeDocument/2006/relationships/image" Target="../media/image73.png"/><Relationship Id="rId74" Type="http://schemas.openxmlformats.org/officeDocument/2006/relationships/image" Target="../media/image74.png"/><Relationship Id="rId75" Type="http://schemas.openxmlformats.org/officeDocument/2006/relationships/image" Target="../media/image75.png"/><Relationship Id="rId76" Type="http://schemas.openxmlformats.org/officeDocument/2006/relationships/image" Target="../media/image76.png"/><Relationship Id="rId77" Type="http://schemas.openxmlformats.org/officeDocument/2006/relationships/image" Target="../media/image77.png"/><Relationship Id="rId78" Type="http://schemas.openxmlformats.org/officeDocument/2006/relationships/image" Target="../media/image78.png"/><Relationship Id="rId79" Type="http://schemas.openxmlformats.org/officeDocument/2006/relationships/image" Target="../media/image79.png"/><Relationship Id="rId80" Type="http://schemas.openxmlformats.org/officeDocument/2006/relationships/image" Target="../media/image80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1.png"/><Relationship Id="rId3" Type="http://schemas.openxmlformats.org/officeDocument/2006/relationships/image" Target="../media/image82.png"/><Relationship Id="rId4" Type="http://schemas.openxmlformats.org/officeDocument/2006/relationships/image" Target="../media/image2.png"/><Relationship Id="rId5" Type="http://schemas.openxmlformats.org/officeDocument/2006/relationships/image" Target="../media/image83.png"/><Relationship Id="rId6" Type="http://schemas.openxmlformats.org/officeDocument/2006/relationships/image" Target="../media/image84.png"/><Relationship Id="rId7" Type="http://schemas.openxmlformats.org/officeDocument/2006/relationships/image" Target="../media/image85.png"/><Relationship Id="rId8" Type="http://schemas.openxmlformats.org/officeDocument/2006/relationships/image" Target="../media/image86.png"/><Relationship Id="rId9" Type="http://schemas.openxmlformats.org/officeDocument/2006/relationships/image" Target="../media/image87.png"/><Relationship Id="rId10" Type="http://schemas.openxmlformats.org/officeDocument/2006/relationships/image" Target="../media/image88.pn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4616" y="759258"/>
            <a:ext cx="3562592" cy="313085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962027" y="5829873"/>
            <a:ext cx="1937385" cy="290195"/>
          </a:xfrm>
          <a:custGeom>
            <a:avLst/>
            <a:gdLst/>
            <a:ahLst/>
            <a:cxnLst/>
            <a:rect l="l" t="t" r="r" b="b"/>
            <a:pathLst>
              <a:path w="1937385" h="290195">
                <a:moveTo>
                  <a:pt x="97718" y="10976"/>
                </a:moveTo>
                <a:lnTo>
                  <a:pt x="0" y="10976"/>
                </a:lnTo>
                <a:lnTo>
                  <a:pt x="0" y="285123"/>
                </a:lnTo>
                <a:lnTo>
                  <a:pt x="41362" y="285123"/>
                </a:lnTo>
                <a:lnTo>
                  <a:pt x="41362" y="188743"/>
                </a:lnTo>
                <a:lnTo>
                  <a:pt x="30386" y="188743"/>
                </a:lnTo>
                <a:lnTo>
                  <a:pt x="30386" y="153672"/>
                </a:lnTo>
                <a:lnTo>
                  <a:pt x="41362" y="153672"/>
                </a:lnTo>
                <a:lnTo>
                  <a:pt x="41362" y="46449"/>
                </a:lnTo>
                <a:lnTo>
                  <a:pt x="177248" y="46449"/>
                </a:lnTo>
                <a:lnTo>
                  <a:pt x="139533" y="17527"/>
                </a:lnTo>
                <a:lnTo>
                  <a:pt x="113028" y="11704"/>
                </a:lnTo>
                <a:lnTo>
                  <a:pt x="97718" y="10976"/>
                </a:lnTo>
                <a:close/>
              </a:path>
              <a:path w="1937385" h="290195">
                <a:moveTo>
                  <a:pt x="41362" y="153672"/>
                </a:moveTo>
                <a:lnTo>
                  <a:pt x="30386" y="153672"/>
                </a:lnTo>
                <a:lnTo>
                  <a:pt x="30386" y="188743"/>
                </a:lnTo>
                <a:lnTo>
                  <a:pt x="41362" y="188743"/>
                </a:lnTo>
                <a:lnTo>
                  <a:pt x="41362" y="153672"/>
                </a:lnTo>
                <a:close/>
              </a:path>
              <a:path w="1937385" h="290195">
                <a:moveTo>
                  <a:pt x="177248" y="46449"/>
                </a:moveTo>
                <a:lnTo>
                  <a:pt x="93300" y="46449"/>
                </a:lnTo>
                <a:lnTo>
                  <a:pt x="103106" y="46876"/>
                </a:lnTo>
                <a:lnTo>
                  <a:pt x="111907" y="48156"/>
                </a:lnTo>
                <a:lnTo>
                  <a:pt x="145105" y="72150"/>
                </a:lnTo>
                <a:lnTo>
                  <a:pt x="150994" y="99726"/>
                </a:lnTo>
                <a:lnTo>
                  <a:pt x="150626" y="107281"/>
                </a:lnTo>
                <a:lnTo>
                  <a:pt x="132505" y="142846"/>
                </a:lnTo>
                <a:lnTo>
                  <a:pt x="93836" y="153672"/>
                </a:lnTo>
                <a:lnTo>
                  <a:pt x="41362" y="153672"/>
                </a:lnTo>
                <a:lnTo>
                  <a:pt x="41362" y="188743"/>
                </a:lnTo>
                <a:lnTo>
                  <a:pt x="97584" y="188743"/>
                </a:lnTo>
                <a:lnTo>
                  <a:pt x="112836" y="188015"/>
                </a:lnTo>
                <a:lnTo>
                  <a:pt x="150459" y="177097"/>
                </a:lnTo>
                <a:lnTo>
                  <a:pt x="182050" y="145238"/>
                </a:lnTo>
                <a:lnTo>
                  <a:pt x="192625" y="99726"/>
                </a:lnTo>
                <a:lnTo>
                  <a:pt x="191973" y="87461"/>
                </a:lnTo>
                <a:lnTo>
                  <a:pt x="190015" y="75832"/>
                </a:lnTo>
                <a:lnTo>
                  <a:pt x="186752" y="64838"/>
                </a:lnTo>
                <a:lnTo>
                  <a:pt x="182184" y="54481"/>
                </a:lnTo>
                <a:lnTo>
                  <a:pt x="177248" y="46449"/>
                </a:lnTo>
                <a:close/>
              </a:path>
              <a:path w="1937385" h="290195">
                <a:moveTo>
                  <a:pt x="266118" y="79513"/>
                </a:moveTo>
                <a:lnTo>
                  <a:pt x="227433" y="79513"/>
                </a:lnTo>
                <a:lnTo>
                  <a:pt x="227433" y="285123"/>
                </a:lnTo>
                <a:lnTo>
                  <a:pt x="267457" y="285123"/>
                </a:lnTo>
                <a:lnTo>
                  <a:pt x="267457" y="150637"/>
                </a:lnTo>
                <a:lnTo>
                  <a:pt x="269599" y="142695"/>
                </a:lnTo>
                <a:lnTo>
                  <a:pt x="273882" y="135734"/>
                </a:lnTo>
                <a:lnTo>
                  <a:pt x="278166" y="128684"/>
                </a:lnTo>
                <a:lnTo>
                  <a:pt x="283966" y="123196"/>
                </a:lnTo>
                <a:lnTo>
                  <a:pt x="316584" y="113246"/>
                </a:lnTo>
                <a:lnTo>
                  <a:pt x="337466" y="113246"/>
                </a:lnTo>
                <a:lnTo>
                  <a:pt x="337466" y="112175"/>
                </a:lnTo>
                <a:lnTo>
                  <a:pt x="266118" y="112175"/>
                </a:lnTo>
                <a:lnTo>
                  <a:pt x="266118" y="79513"/>
                </a:lnTo>
                <a:close/>
              </a:path>
              <a:path w="1937385" h="290195">
                <a:moveTo>
                  <a:pt x="337466" y="113246"/>
                </a:moveTo>
                <a:lnTo>
                  <a:pt x="320689" y="113246"/>
                </a:lnTo>
                <a:lnTo>
                  <a:pt x="324794" y="113558"/>
                </a:lnTo>
                <a:lnTo>
                  <a:pt x="328899" y="114183"/>
                </a:lnTo>
                <a:lnTo>
                  <a:pt x="333004" y="114718"/>
                </a:lnTo>
                <a:lnTo>
                  <a:pt x="335860" y="115209"/>
                </a:lnTo>
                <a:lnTo>
                  <a:pt x="337466" y="115655"/>
                </a:lnTo>
                <a:lnTo>
                  <a:pt x="337466" y="113246"/>
                </a:lnTo>
                <a:close/>
              </a:path>
              <a:path w="1937385" h="290195">
                <a:moveTo>
                  <a:pt x="322965" y="76434"/>
                </a:moveTo>
                <a:lnTo>
                  <a:pt x="320466" y="76434"/>
                </a:lnTo>
                <a:lnTo>
                  <a:pt x="311665" y="77036"/>
                </a:lnTo>
                <a:lnTo>
                  <a:pt x="276024" y="97350"/>
                </a:lnTo>
                <a:lnTo>
                  <a:pt x="268260" y="112175"/>
                </a:lnTo>
                <a:lnTo>
                  <a:pt x="337466" y="112175"/>
                </a:lnTo>
                <a:lnTo>
                  <a:pt x="337466" y="77371"/>
                </a:lnTo>
                <a:lnTo>
                  <a:pt x="335503" y="77103"/>
                </a:lnTo>
                <a:lnTo>
                  <a:pt x="332781" y="76880"/>
                </a:lnTo>
                <a:lnTo>
                  <a:pt x="325910" y="76523"/>
                </a:lnTo>
                <a:lnTo>
                  <a:pt x="322965" y="76434"/>
                </a:lnTo>
                <a:close/>
              </a:path>
              <a:path w="1937385" h="290195">
                <a:moveTo>
                  <a:pt x="511581" y="109230"/>
                </a:moveTo>
                <a:lnTo>
                  <a:pt x="441848" y="109230"/>
                </a:lnTo>
                <a:lnTo>
                  <a:pt x="450950" y="109832"/>
                </a:lnTo>
                <a:lnTo>
                  <a:pt x="458848" y="111639"/>
                </a:lnTo>
                <a:lnTo>
                  <a:pt x="480935" y="146042"/>
                </a:lnTo>
                <a:lnTo>
                  <a:pt x="480935" y="151798"/>
                </a:lnTo>
                <a:lnTo>
                  <a:pt x="428997" y="165585"/>
                </a:lnTo>
                <a:lnTo>
                  <a:pt x="421735" y="166556"/>
                </a:lnTo>
                <a:lnTo>
                  <a:pt x="380774" y="177499"/>
                </a:lnTo>
                <a:lnTo>
                  <a:pt x="351826" y="211165"/>
                </a:lnTo>
                <a:lnTo>
                  <a:pt x="350153" y="227027"/>
                </a:lnTo>
                <a:lnTo>
                  <a:pt x="350722" y="236741"/>
                </a:lnTo>
                <a:lnTo>
                  <a:pt x="370132" y="273444"/>
                </a:lnTo>
                <a:lnTo>
                  <a:pt x="410089" y="289222"/>
                </a:lnTo>
                <a:lnTo>
                  <a:pt x="419627" y="289674"/>
                </a:lnTo>
                <a:lnTo>
                  <a:pt x="427826" y="289365"/>
                </a:lnTo>
                <a:lnTo>
                  <a:pt x="473930" y="267275"/>
                </a:lnTo>
                <a:lnTo>
                  <a:pt x="480132" y="257548"/>
                </a:lnTo>
                <a:lnTo>
                  <a:pt x="428328" y="257548"/>
                </a:lnTo>
                <a:lnTo>
                  <a:pt x="420204" y="257079"/>
                </a:lnTo>
                <a:lnTo>
                  <a:pt x="389374" y="237468"/>
                </a:lnTo>
                <a:lnTo>
                  <a:pt x="389374" y="220424"/>
                </a:lnTo>
                <a:lnTo>
                  <a:pt x="423777" y="196418"/>
                </a:lnTo>
                <a:lnTo>
                  <a:pt x="443856" y="193830"/>
                </a:lnTo>
                <a:lnTo>
                  <a:pt x="458982" y="191554"/>
                </a:lnTo>
                <a:lnTo>
                  <a:pt x="481069" y="184460"/>
                </a:lnTo>
                <a:lnTo>
                  <a:pt x="521093" y="184460"/>
                </a:lnTo>
                <a:lnTo>
                  <a:pt x="520978" y="146042"/>
                </a:lnTo>
                <a:lnTo>
                  <a:pt x="513329" y="112041"/>
                </a:lnTo>
                <a:lnTo>
                  <a:pt x="511581" y="109230"/>
                </a:lnTo>
                <a:close/>
              </a:path>
              <a:path w="1937385" h="290195">
                <a:moveTo>
                  <a:pt x="521093" y="257012"/>
                </a:moveTo>
                <a:lnTo>
                  <a:pt x="482006" y="257012"/>
                </a:lnTo>
                <a:lnTo>
                  <a:pt x="482006" y="285123"/>
                </a:lnTo>
                <a:lnTo>
                  <a:pt x="521093" y="285123"/>
                </a:lnTo>
                <a:lnTo>
                  <a:pt x="521093" y="257012"/>
                </a:lnTo>
                <a:close/>
              </a:path>
              <a:path w="1937385" h="290195">
                <a:moveTo>
                  <a:pt x="521093" y="184460"/>
                </a:moveTo>
                <a:lnTo>
                  <a:pt x="481069" y="184460"/>
                </a:lnTo>
                <a:lnTo>
                  <a:pt x="481069" y="219085"/>
                </a:lnTo>
                <a:lnTo>
                  <a:pt x="478972" y="226715"/>
                </a:lnTo>
                <a:lnTo>
                  <a:pt x="474778" y="233854"/>
                </a:lnTo>
                <a:lnTo>
                  <a:pt x="470673" y="240904"/>
                </a:lnTo>
                <a:lnTo>
                  <a:pt x="464649" y="246616"/>
                </a:lnTo>
                <a:lnTo>
                  <a:pt x="428328" y="257548"/>
                </a:lnTo>
                <a:lnTo>
                  <a:pt x="480132" y="257548"/>
                </a:lnTo>
                <a:lnTo>
                  <a:pt x="480400" y="257012"/>
                </a:lnTo>
                <a:lnTo>
                  <a:pt x="521093" y="257012"/>
                </a:lnTo>
                <a:lnTo>
                  <a:pt x="521093" y="184460"/>
                </a:lnTo>
                <a:close/>
              </a:path>
              <a:path w="1937385" h="290195">
                <a:moveTo>
                  <a:pt x="441312" y="76836"/>
                </a:moveTo>
                <a:lnTo>
                  <a:pt x="397649" y="85202"/>
                </a:lnTo>
                <a:lnTo>
                  <a:pt x="364677" y="112376"/>
                </a:lnTo>
                <a:lnTo>
                  <a:pt x="356445" y="129309"/>
                </a:lnTo>
                <a:lnTo>
                  <a:pt x="394060" y="137876"/>
                </a:lnTo>
                <a:lnTo>
                  <a:pt x="397004" y="130648"/>
                </a:lnTo>
                <a:lnTo>
                  <a:pt x="402314" y="124088"/>
                </a:lnTo>
                <a:lnTo>
                  <a:pt x="441848" y="109230"/>
                </a:lnTo>
                <a:lnTo>
                  <a:pt x="511581" y="109230"/>
                </a:lnTo>
                <a:lnTo>
                  <a:pt x="509171" y="105356"/>
                </a:lnTo>
                <a:lnTo>
                  <a:pt x="474259" y="81487"/>
                </a:lnTo>
                <a:lnTo>
                  <a:pt x="447562" y="77020"/>
                </a:lnTo>
                <a:lnTo>
                  <a:pt x="441312" y="76836"/>
                </a:lnTo>
                <a:close/>
              </a:path>
              <a:path w="1937385" h="290195">
                <a:moveTo>
                  <a:pt x="603957" y="10976"/>
                </a:moveTo>
                <a:lnTo>
                  <a:pt x="563933" y="10976"/>
                </a:lnTo>
                <a:lnTo>
                  <a:pt x="563933" y="285123"/>
                </a:lnTo>
                <a:lnTo>
                  <a:pt x="603957" y="285123"/>
                </a:lnTo>
                <a:lnTo>
                  <a:pt x="603957" y="215381"/>
                </a:lnTo>
                <a:lnTo>
                  <a:pt x="600744" y="215381"/>
                </a:lnTo>
                <a:lnTo>
                  <a:pt x="600477" y="166522"/>
                </a:lnTo>
                <a:lnTo>
                  <a:pt x="603957" y="166522"/>
                </a:lnTo>
                <a:lnTo>
                  <a:pt x="603957" y="10976"/>
                </a:lnTo>
                <a:close/>
              </a:path>
              <a:path w="1937385" h="290195">
                <a:moveTo>
                  <a:pt x="654041" y="167763"/>
                </a:moveTo>
                <a:lnTo>
                  <a:pt x="643847" y="178570"/>
                </a:lnTo>
                <a:lnTo>
                  <a:pt x="637556" y="178570"/>
                </a:lnTo>
                <a:lnTo>
                  <a:pt x="623835" y="192290"/>
                </a:lnTo>
                <a:lnTo>
                  <a:pt x="693777" y="285123"/>
                </a:lnTo>
                <a:lnTo>
                  <a:pt x="742904" y="285123"/>
                </a:lnTo>
                <a:lnTo>
                  <a:pt x="654041" y="167763"/>
                </a:lnTo>
                <a:close/>
              </a:path>
              <a:path w="1937385" h="290195">
                <a:moveTo>
                  <a:pt x="603957" y="166522"/>
                </a:moveTo>
                <a:lnTo>
                  <a:pt x="600477" y="166522"/>
                </a:lnTo>
                <a:lnTo>
                  <a:pt x="600744" y="215381"/>
                </a:lnTo>
                <a:lnTo>
                  <a:pt x="603957" y="212169"/>
                </a:lnTo>
                <a:lnTo>
                  <a:pt x="603957" y="166522"/>
                </a:lnTo>
                <a:close/>
              </a:path>
              <a:path w="1937385" h="290195">
                <a:moveTo>
                  <a:pt x="603957" y="212169"/>
                </a:moveTo>
                <a:lnTo>
                  <a:pt x="600744" y="215381"/>
                </a:lnTo>
                <a:lnTo>
                  <a:pt x="603957" y="215381"/>
                </a:lnTo>
                <a:lnTo>
                  <a:pt x="603957" y="212169"/>
                </a:lnTo>
                <a:close/>
              </a:path>
              <a:path w="1937385" h="290195">
                <a:moveTo>
                  <a:pt x="737282" y="79513"/>
                </a:moveTo>
                <a:lnTo>
                  <a:pt x="689360" y="79513"/>
                </a:lnTo>
                <a:lnTo>
                  <a:pt x="607437" y="166522"/>
                </a:lnTo>
                <a:lnTo>
                  <a:pt x="603957" y="166522"/>
                </a:lnTo>
                <a:lnTo>
                  <a:pt x="603957" y="212169"/>
                </a:lnTo>
                <a:lnTo>
                  <a:pt x="623835" y="192290"/>
                </a:lnTo>
                <a:lnTo>
                  <a:pt x="620154" y="187405"/>
                </a:lnTo>
                <a:lnTo>
                  <a:pt x="647729" y="159428"/>
                </a:lnTo>
                <a:lnTo>
                  <a:pt x="661903" y="159428"/>
                </a:lnTo>
                <a:lnTo>
                  <a:pt x="737282" y="79513"/>
                </a:lnTo>
                <a:close/>
              </a:path>
              <a:path w="1937385" h="290195">
                <a:moveTo>
                  <a:pt x="647729" y="159428"/>
                </a:moveTo>
                <a:lnTo>
                  <a:pt x="620154" y="187405"/>
                </a:lnTo>
                <a:lnTo>
                  <a:pt x="623835" y="192290"/>
                </a:lnTo>
                <a:lnTo>
                  <a:pt x="637556" y="178570"/>
                </a:lnTo>
                <a:lnTo>
                  <a:pt x="643847" y="178570"/>
                </a:lnTo>
                <a:lnTo>
                  <a:pt x="654041" y="167763"/>
                </a:lnTo>
                <a:lnTo>
                  <a:pt x="647729" y="159428"/>
                </a:lnTo>
                <a:close/>
              </a:path>
              <a:path w="1937385" h="290195">
                <a:moveTo>
                  <a:pt x="661903" y="159428"/>
                </a:moveTo>
                <a:lnTo>
                  <a:pt x="647729" y="159428"/>
                </a:lnTo>
                <a:lnTo>
                  <a:pt x="654041" y="167763"/>
                </a:lnTo>
                <a:lnTo>
                  <a:pt x="661903" y="159428"/>
                </a:lnTo>
                <a:close/>
              </a:path>
              <a:path w="1937385" h="290195">
                <a:moveTo>
                  <a:pt x="817100" y="30252"/>
                </a:moveTo>
                <a:lnTo>
                  <a:pt x="777076" y="30252"/>
                </a:lnTo>
                <a:lnTo>
                  <a:pt x="777076" y="233051"/>
                </a:lnTo>
                <a:lnTo>
                  <a:pt x="790052" y="269729"/>
                </a:lnTo>
                <a:lnTo>
                  <a:pt x="829282" y="287549"/>
                </a:lnTo>
                <a:lnTo>
                  <a:pt x="837046" y="287800"/>
                </a:lnTo>
                <a:lnTo>
                  <a:pt x="843471" y="287711"/>
                </a:lnTo>
                <a:lnTo>
                  <a:pt x="848825" y="287175"/>
                </a:lnTo>
                <a:lnTo>
                  <a:pt x="853109" y="286194"/>
                </a:lnTo>
                <a:lnTo>
                  <a:pt x="857393" y="285301"/>
                </a:lnTo>
                <a:lnTo>
                  <a:pt x="860694" y="284409"/>
                </a:lnTo>
                <a:lnTo>
                  <a:pt x="863015" y="283517"/>
                </a:lnTo>
                <a:lnTo>
                  <a:pt x="856167" y="252193"/>
                </a:lnTo>
                <a:lnTo>
                  <a:pt x="837358" y="252193"/>
                </a:lnTo>
                <a:lnTo>
                  <a:pt x="833298" y="251524"/>
                </a:lnTo>
                <a:lnTo>
                  <a:pt x="817207" y="233051"/>
                </a:lnTo>
                <a:lnTo>
                  <a:pt x="817100" y="30252"/>
                </a:lnTo>
                <a:close/>
              </a:path>
              <a:path w="1937385" h="290195">
                <a:moveTo>
                  <a:pt x="855786" y="250453"/>
                </a:moveTo>
                <a:lnTo>
                  <a:pt x="854448" y="250721"/>
                </a:lnTo>
                <a:lnTo>
                  <a:pt x="847755" y="251970"/>
                </a:lnTo>
                <a:lnTo>
                  <a:pt x="844943" y="252193"/>
                </a:lnTo>
                <a:lnTo>
                  <a:pt x="856167" y="252193"/>
                </a:lnTo>
                <a:lnTo>
                  <a:pt x="855786" y="250453"/>
                </a:lnTo>
                <a:close/>
              </a:path>
              <a:path w="1937385" h="290195">
                <a:moveTo>
                  <a:pt x="777076" y="79513"/>
                </a:moveTo>
                <a:lnTo>
                  <a:pt x="746957" y="79513"/>
                </a:lnTo>
                <a:lnTo>
                  <a:pt x="746957" y="111639"/>
                </a:lnTo>
                <a:lnTo>
                  <a:pt x="777076" y="111639"/>
                </a:lnTo>
                <a:lnTo>
                  <a:pt x="777076" y="79513"/>
                </a:lnTo>
                <a:close/>
              </a:path>
              <a:path w="1937385" h="290195">
                <a:moveTo>
                  <a:pt x="859267" y="79513"/>
                </a:moveTo>
                <a:lnTo>
                  <a:pt x="817100" y="79513"/>
                </a:lnTo>
                <a:lnTo>
                  <a:pt x="817100" y="111639"/>
                </a:lnTo>
                <a:lnTo>
                  <a:pt x="859267" y="111639"/>
                </a:lnTo>
                <a:lnTo>
                  <a:pt x="859267" y="79513"/>
                </a:lnTo>
                <a:close/>
              </a:path>
              <a:path w="1937385" h="290195">
                <a:moveTo>
                  <a:pt x="933094" y="79513"/>
                </a:moveTo>
                <a:lnTo>
                  <a:pt x="893070" y="79513"/>
                </a:lnTo>
                <a:lnTo>
                  <a:pt x="893070" y="285123"/>
                </a:lnTo>
                <a:lnTo>
                  <a:pt x="933094" y="285123"/>
                </a:lnTo>
                <a:lnTo>
                  <a:pt x="933094" y="79513"/>
                </a:lnTo>
                <a:close/>
              </a:path>
              <a:path w="1937385" h="290195">
                <a:moveTo>
                  <a:pt x="920244" y="0"/>
                </a:moveTo>
                <a:lnTo>
                  <a:pt x="906322" y="0"/>
                </a:lnTo>
                <a:lnTo>
                  <a:pt x="900343" y="2364"/>
                </a:lnTo>
                <a:lnTo>
                  <a:pt x="890438" y="11735"/>
                </a:lnTo>
                <a:lnTo>
                  <a:pt x="887983" y="17357"/>
                </a:lnTo>
                <a:lnTo>
                  <a:pt x="887983" y="30475"/>
                </a:lnTo>
                <a:lnTo>
                  <a:pt x="890438" y="36097"/>
                </a:lnTo>
                <a:lnTo>
                  <a:pt x="895346" y="40827"/>
                </a:lnTo>
                <a:lnTo>
                  <a:pt x="900343" y="45468"/>
                </a:lnTo>
                <a:lnTo>
                  <a:pt x="906322" y="47788"/>
                </a:lnTo>
                <a:lnTo>
                  <a:pt x="920244" y="47788"/>
                </a:lnTo>
                <a:lnTo>
                  <a:pt x="926178" y="45468"/>
                </a:lnTo>
                <a:lnTo>
                  <a:pt x="936084" y="36097"/>
                </a:lnTo>
                <a:lnTo>
                  <a:pt x="938583" y="30475"/>
                </a:lnTo>
                <a:lnTo>
                  <a:pt x="938583" y="17357"/>
                </a:lnTo>
                <a:lnTo>
                  <a:pt x="936084" y="11735"/>
                </a:lnTo>
                <a:lnTo>
                  <a:pt x="931087" y="7094"/>
                </a:lnTo>
                <a:lnTo>
                  <a:pt x="926178" y="2364"/>
                </a:lnTo>
                <a:lnTo>
                  <a:pt x="920244" y="0"/>
                </a:lnTo>
                <a:close/>
              </a:path>
              <a:path w="1937385" h="290195">
                <a:moveTo>
                  <a:pt x="1016493" y="10976"/>
                </a:moveTo>
                <a:lnTo>
                  <a:pt x="976469" y="10976"/>
                </a:lnTo>
                <a:lnTo>
                  <a:pt x="976469" y="285123"/>
                </a:lnTo>
                <a:lnTo>
                  <a:pt x="1016493" y="285123"/>
                </a:lnTo>
                <a:lnTo>
                  <a:pt x="1016493" y="215381"/>
                </a:lnTo>
                <a:lnTo>
                  <a:pt x="1013281" y="215381"/>
                </a:lnTo>
                <a:lnTo>
                  <a:pt x="1013013" y="166522"/>
                </a:lnTo>
                <a:lnTo>
                  <a:pt x="1016493" y="166522"/>
                </a:lnTo>
                <a:lnTo>
                  <a:pt x="1016493" y="10976"/>
                </a:lnTo>
                <a:close/>
              </a:path>
              <a:path w="1937385" h="290195">
                <a:moveTo>
                  <a:pt x="1066577" y="167763"/>
                </a:moveTo>
                <a:lnTo>
                  <a:pt x="1056384" y="178570"/>
                </a:lnTo>
                <a:lnTo>
                  <a:pt x="1050092" y="178570"/>
                </a:lnTo>
                <a:lnTo>
                  <a:pt x="1036372" y="192290"/>
                </a:lnTo>
                <a:lnTo>
                  <a:pt x="1106314" y="285123"/>
                </a:lnTo>
                <a:lnTo>
                  <a:pt x="1155441" y="285123"/>
                </a:lnTo>
                <a:lnTo>
                  <a:pt x="1066577" y="167763"/>
                </a:lnTo>
                <a:close/>
              </a:path>
              <a:path w="1937385" h="290195">
                <a:moveTo>
                  <a:pt x="1016493" y="166522"/>
                </a:moveTo>
                <a:lnTo>
                  <a:pt x="1013013" y="166522"/>
                </a:lnTo>
                <a:lnTo>
                  <a:pt x="1013281" y="215381"/>
                </a:lnTo>
                <a:lnTo>
                  <a:pt x="1016493" y="212169"/>
                </a:lnTo>
                <a:lnTo>
                  <a:pt x="1016493" y="166522"/>
                </a:lnTo>
                <a:close/>
              </a:path>
              <a:path w="1937385" h="290195">
                <a:moveTo>
                  <a:pt x="1016493" y="212169"/>
                </a:moveTo>
                <a:lnTo>
                  <a:pt x="1013281" y="215381"/>
                </a:lnTo>
                <a:lnTo>
                  <a:pt x="1016493" y="215381"/>
                </a:lnTo>
                <a:lnTo>
                  <a:pt x="1016493" y="212169"/>
                </a:lnTo>
                <a:close/>
              </a:path>
              <a:path w="1937385" h="290195">
                <a:moveTo>
                  <a:pt x="1149819" y="79513"/>
                </a:moveTo>
                <a:lnTo>
                  <a:pt x="1101897" y="79513"/>
                </a:lnTo>
                <a:lnTo>
                  <a:pt x="1019974" y="166522"/>
                </a:lnTo>
                <a:lnTo>
                  <a:pt x="1016493" y="166522"/>
                </a:lnTo>
                <a:lnTo>
                  <a:pt x="1016493" y="212169"/>
                </a:lnTo>
                <a:lnTo>
                  <a:pt x="1036372" y="192290"/>
                </a:lnTo>
                <a:lnTo>
                  <a:pt x="1032691" y="187405"/>
                </a:lnTo>
                <a:lnTo>
                  <a:pt x="1060266" y="159428"/>
                </a:lnTo>
                <a:lnTo>
                  <a:pt x="1074440" y="159428"/>
                </a:lnTo>
                <a:lnTo>
                  <a:pt x="1149819" y="79513"/>
                </a:lnTo>
                <a:close/>
              </a:path>
              <a:path w="1937385" h="290195">
                <a:moveTo>
                  <a:pt x="1060266" y="159428"/>
                </a:moveTo>
                <a:lnTo>
                  <a:pt x="1032691" y="187405"/>
                </a:lnTo>
                <a:lnTo>
                  <a:pt x="1036372" y="192290"/>
                </a:lnTo>
                <a:lnTo>
                  <a:pt x="1050092" y="178570"/>
                </a:lnTo>
                <a:lnTo>
                  <a:pt x="1056384" y="178570"/>
                </a:lnTo>
                <a:lnTo>
                  <a:pt x="1066577" y="167763"/>
                </a:lnTo>
                <a:lnTo>
                  <a:pt x="1060266" y="159428"/>
                </a:lnTo>
                <a:close/>
              </a:path>
              <a:path w="1937385" h="290195">
                <a:moveTo>
                  <a:pt x="1074440" y="159428"/>
                </a:moveTo>
                <a:lnTo>
                  <a:pt x="1060266" y="159428"/>
                </a:lnTo>
                <a:lnTo>
                  <a:pt x="1066577" y="167763"/>
                </a:lnTo>
                <a:lnTo>
                  <a:pt x="1074440" y="159428"/>
                </a:lnTo>
                <a:close/>
              </a:path>
              <a:path w="1937385" h="290195">
                <a:moveTo>
                  <a:pt x="1215849" y="79513"/>
                </a:moveTo>
                <a:lnTo>
                  <a:pt x="1175825" y="79513"/>
                </a:lnTo>
                <a:lnTo>
                  <a:pt x="1175825" y="210295"/>
                </a:lnTo>
                <a:lnTo>
                  <a:pt x="1184392" y="252996"/>
                </a:lnTo>
                <a:lnTo>
                  <a:pt x="1216134" y="282906"/>
                </a:lnTo>
                <a:lnTo>
                  <a:pt x="1243291" y="287800"/>
                </a:lnTo>
                <a:lnTo>
                  <a:pt x="1254393" y="287122"/>
                </a:lnTo>
                <a:lnTo>
                  <a:pt x="1289272" y="271126"/>
                </a:lnTo>
                <a:lnTo>
                  <a:pt x="1303763" y="251390"/>
                </a:lnTo>
                <a:lnTo>
                  <a:pt x="1257748" y="251390"/>
                </a:lnTo>
                <a:lnTo>
                  <a:pt x="1248879" y="250612"/>
                </a:lnTo>
                <a:lnTo>
                  <a:pt x="1218761" y="224350"/>
                </a:lnTo>
                <a:lnTo>
                  <a:pt x="1215849" y="205476"/>
                </a:lnTo>
                <a:lnTo>
                  <a:pt x="1215849" y="79513"/>
                </a:lnTo>
                <a:close/>
              </a:path>
              <a:path w="1937385" h="290195">
                <a:moveTo>
                  <a:pt x="1346230" y="249516"/>
                </a:moveTo>
                <a:lnTo>
                  <a:pt x="1306875" y="249516"/>
                </a:lnTo>
                <a:lnTo>
                  <a:pt x="1306875" y="285123"/>
                </a:lnTo>
                <a:lnTo>
                  <a:pt x="1346230" y="285123"/>
                </a:lnTo>
                <a:lnTo>
                  <a:pt x="1346230" y="249516"/>
                </a:lnTo>
                <a:close/>
              </a:path>
              <a:path w="1937385" h="290195">
                <a:moveTo>
                  <a:pt x="1346230" y="79513"/>
                </a:moveTo>
                <a:lnTo>
                  <a:pt x="1306071" y="79513"/>
                </a:lnTo>
                <a:lnTo>
                  <a:pt x="1306071" y="199854"/>
                </a:lnTo>
                <a:lnTo>
                  <a:pt x="1305661" y="208237"/>
                </a:lnTo>
                <a:lnTo>
                  <a:pt x="1287599" y="242020"/>
                </a:lnTo>
                <a:lnTo>
                  <a:pt x="1265244" y="251390"/>
                </a:lnTo>
                <a:lnTo>
                  <a:pt x="1303763" y="251390"/>
                </a:lnTo>
                <a:lnTo>
                  <a:pt x="1304733" y="249516"/>
                </a:lnTo>
                <a:lnTo>
                  <a:pt x="1346230" y="249516"/>
                </a:lnTo>
                <a:lnTo>
                  <a:pt x="1346230" y="79513"/>
                </a:lnTo>
                <a:close/>
              </a:path>
              <a:path w="1937385" h="290195">
                <a:moveTo>
                  <a:pt x="1427955" y="79513"/>
                </a:moveTo>
                <a:lnTo>
                  <a:pt x="1389537" y="79513"/>
                </a:lnTo>
                <a:lnTo>
                  <a:pt x="1389537" y="285123"/>
                </a:lnTo>
                <a:lnTo>
                  <a:pt x="1429562" y="285123"/>
                </a:lnTo>
                <a:lnTo>
                  <a:pt x="1429562" y="149076"/>
                </a:lnTo>
                <a:lnTo>
                  <a:pt x="1431480" y="140910"/>
                </a:lnTo>
                <a:lnTo>
                  <a:pt x="1458538" y="112978"/>
                </a:lnTo>
                <a:lnTo>
                  <a:pt x="1427955" y="112978"/>
                </a:lnTo>
                <a:lnTo>
                  <a:pt x="1427955" y="79513"/>
                </a:lnTo>
                <a:close/>
              </a:path>
              <a:path w="1937385" h="290195">
                <a:moveTo>
                  <a:pt x="1540971" y="111372"/>
                </a:moveTo>
                <a:lnTo>
                  <a:pt x="1471728" y="111372"/>
                </a:lnTo>
                <a:lnTo>
                  <a:pt x="1479701" y="112007"/>
                </a:lnTo>
                <a:lnTo>
                  <a:pt x="1486888" y="113915"/>
                </a:lnTo>
                <a:lnTo>
                  <a:pt x="1509244" y="147246"/>
                </a:lnTo>
                <a:lnTo>
                  <a:pt x="1509343" y="285123"/>
                </a:lnTo>
                <a:lnTo>
                  <a:pt x="1549233" y="285123"/>
                </a:lnTo>
                <a:lnTo>
                  <a:pt x="1549233" y="154073"/>
                </a:lnTo>
                <a:lnTo>
                  <a:pt x="1549911" y="145130"/>
                </a:lnTo>
                <a:lnTo>
                  <a:pt x="1573094" y="114384"/>
                </a:lnTo>
                <a:lnTo>
                  <a:pt x="1578159" y="112978"/>
                </a:lnTo>
                <a:lnTo>
                  <a:pt x="1541737" y="112978"/>
                </a:lnTo>
                <a:lnTo>
                  <a:pt x="1540971" y="111372"/>
                </a:lnTo>
                <a:close/>
              </a:path>
              <a:path w="1937385" h="290195">
                <a:moveTo>
                  <a:pt x="1662296" y="111372"/>
                </a:moveTo>
                <a:lnTo>
                  <a:pt x="1590462" y="111372"/>
                </a:lnTo>
                <a:lnTo>
                  <a:pt x="1598084" y="111957"/>
                </a:lnTo>
                <a:lnTo>
                  <a:pt x="1605154" y="113714"/>
                </a:lnTo>
                <a:lnTo>
                  <a:pt x="1629014" y="150994"/>
                </a:lnTo>
                <a:lnTo>
                  <a:pt x="1629014" y="285123"/>
                </a:lnTo>
                <a:lnTo>
                  <a:pt x="1669039" y="285123"/>
                </a:lnTo>
                <a:lnTo>
                  <a:pt x="1669039" y="147246"/>
                </a:lnTo>
                <a:lnTo>
                  <a:pt x="1667926" y="130689"/>
                </a:lnTo>
                <a:lnTo>
                  <a:pt x="1664588" y="116358"/>
                </a:lnTo>
                <a:lnTo>
                  <a:pt x="1662296" y="111372"/>
                </a:lnTo>
                <a:close/>
              </a:path>
              <a:path w="1937385" h="290195">
                <a:moveTo>
                  <a:pt x="1486453" y="76836"/>
                </a:moveTo>
                <a:lnTo>
                  <a:pt x="1444683" y="91744"/>
                </a:lnTo>
                <a:lnTo>
                  <a:pt x="1430499" y="112978"/>
                </a:lnTo>
                <a:lnTo>
                  <a:pt x="1458538" y="112978"/>
                </a:lnTo>
                <a:lnTo>
                  <a:pt x="1464142" y="111372"/>
                </a:lnTo>
                <a:lnTo>
                  <a:pt x="1540971" y="111372"/>
                </a:lnTo>
                <a:lnTo>
                  <a:pt x="1513609" y="82257"/>
                </a:lnTo>
                <a:lnTo>
                  <a:pt x="1496341" y="77438"/>
                </a:lnTo>
                <a:lnTo>
                  <a:pt x="1486453" y="76836"/>
                </a:lnTo>
                <a:close/>
              </a:path>
              <a:path w="1937385" h="290195">
                <a:moveTo>
                  <a:pt x="1605589" y="76836"/>
                </a:moveTo>
                <a:lnTo>
                  <a:pt x="1567304" y="86741"/>
                </a:lnTo>
                <a:lnTo>
                  <a:pt x="1543879" y="112978"/>
                </a:lnTo>
                <a:lnTo>
                  <a:pt x="1578159" y="112978"/>
                </a:lnTo>
                <a:lnTo>
                  <a:pt x="1581234" y="112125"/>
                </a:lnTo>
                <a:lnTo>
                  <a:pt x="1590462" y="111372"/>
                </a:lnTo>
                <a:lnTo>
                  <a:pt x="1662296" y="111372"/>
                </a:lnTo>
                <a:lnTo>
                  <a:pt x="1659024" y="104252"/>
                </a:lnTo>
                <a:lnTo>
                  <a:pt x="1651235" y="94371"/>
                </a:lnTo>
                <a:lnTo>
                  <a:pt x="1641756" y="86699"/>
                </a:lnTo>
                <a:lnTo>
                  <a:pt x="1630989" y="81220"/>
                </a:lnTo>
                <a:lnTo>
                  <a:pt x="1618933" y="77932"/>
                </a:lnTo>
                <a:lnTo>
                  <a:pt x="1605589" y="76836"/>
                </a:lnTo>
                <a:close/>
              </a:path>
              <a:path w="1937385" h="290195">
                <a:moveTo>
                  <a:pt x="1846077" y="10976"/>
                </a:moveTo>
                <a:lnTo>
                  <a:pt x="1804714" y="10976"/>
                </a:lnTo>
                <a:lnTo>
                  <a:pt x="1804714" y="285123"/>
                </a:lnTo>
                <a:lnTo>
                  <a:pt x="1846077" y="285123"/>
                </a:lnTo>
                <a:lnTo>
                  <a:pt x="1846077" y="10976"/>
                </a:lnTo>
                <a:close/>
              </a:path>
              <a:path w="1937385" h="290195">
                <a:moveTo>
                  <a:pt x="1937206" y="10976"/>
                </a:moveTo>
                <a:lnTo>
                  <a:pt x="1895843" y="10976"/>
                </a:lnTo>
                <a:lnTo>
                  <a:pt x="1895843" y="285123"/>
                </a:lnTo>
                <a:lnTo>
                  <a:pt x="1937206" y="285123"/>
                </a:lnTo>
                <a:lnTo>
                  <a:pt x="1937206" y="1097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865989" y="9053508"/>
            <a:ext cx="1635125" cy="292100"/>
          </a:xfrm>
          <a:custGeom>
            <a:avLst/>
            <a:gdLst/>
            <a:ahLst/>
            <a:cxnLst/>
            <a:rect l="l" t="t" r="r" b="b"/>
            <a:pathLst>
              <a:path w="1635125" h="292100">
                <a:moveTo>
                  <a:pt x="93881" y="8091"/>
                </a:moveTo>
                <a:lnTo>
                  <a:pt x="54592" y="16390"/>
                </a:lnTo>
                <a:lnTo>
                  <a:pt x="25017" y="40931"/>
                </a:lnTo>
                <a:lnTo>
                  <a:pt x="6393" y="80450"/>
                </a:lnTo>
                <a:lnTo>
                  <a:pt x="0" y="133503"/>
                </a:lnTo>
                <a:lnTo>
                  <a:pt x="705" y="152764"/>
                </a:lnTo>
                <a:lnTo>
                  <a:pt x="11184" y="201683"/>
                </a:lnTo>
                <a:lnTo>
                  <a:pt x="33623" y="236606"/>
                </a:lnTo>
                <a:lnTo>
                  <a:pt x="66573" y="256031"/>
                </a:lnTo>
                <a:lnTo>
                  <a:pt x="93881" y="259749"/>
                </a:lnTo>
                <a:lnTo>
                  <a:pt x="108047" y="258819"/>
                </a:lnTo>
                <a:lnTo>
                  <a:pt x="144212" y="244875"/>
                </a:lnTo>
                <a:lnTo>
                  <a:pt x="165476" y="222506"/>
                </a:lnTo>
                <a:lnTo>
                  <a:pt x="93881" y="222506"/>
                </a:lnTo>
                <a:lnTo>
                  <a:pt x="86526" y="221881"/>
                </a:lnTo>
                <a:lnTo>
                  <a:pt x="53797" y="191852"/>
                </a:lnTo>
                <a:lnTo>
                  <a:pt x="44940" y="147499"/>
                </a:lnTo>
                <a:lnTo>
                  <a:pt x="44620" y="133503"/>
                </a:lnTo>
                <a:lnTo>
                  <a:pt x="45497" y="113045"/>
                </a:lnTo>
                <a:lnTo>
                  <a:pt x="57946" y="67465"/>
                </a:lnTo>
                <a:lnTo>
                  <a:pt x="93881" y="44858"/>
                </a:lnTo>
                <a:lnTo>
                  <a:pt x="165336" y="44858"/>
                </a:lnTo>
                <a:lnTo>
                  <a:pt x="162804" y="40931"/>
                </a:lnTo>
                <a:lnTo>
                  <a:pt x="133169" y="16390"/>
                </a:lnTo>
                <a:lnTo>
                  <a:pt x="108003" y="9013"/>
                </a:lnTo>
                <a:lnTo>
                  <a:pt x="93881" y="8091"/>
                </a:lnTo>
                <a:close/>
              </a:path>
              <a:path w="1635125" h="292100">
                <a:moveTo>
                  <a:pt x="165336" y="44858"/>
                </a:moveTo>
                <a:lnTo>
                  <a:pt x="93881" y="44858"/>
                </a:lnTo>
                <a:lnTo>
                  <a:pt x="101183" y="45490"/>
                </a:lnTo>
                <a:lnTo>
                  <a:pt x="107981" y="47386"/>
                </a:lnTo>
                <a:lnTo>
                  <a:pt x="133845" y="75452"/>
                </a:lnTo>
                <a:lnTo>
                  <a:pt x="142881" y="119567"/>
                </a:lnTo>
                <a:lnTo>
                  <a:pt x="143260" y="133503"/>
                </a:lnTo>
                <a:lnTo>
                  <a:pt x="142427" y="154125"/>
                </a:lnTo>
                <a:lnTo>
                  <a:pt x="129934" y="200017"/>
                </a:lnTo>
                <a:lnTo>
                  <a:pt x="93881" y="222506"/>
                </a:lnTo>
                <a:lnTo>
                  <a:pt x="165476" y="222506"/>
                </a:lnTo>
                <a:lnTo>
                  <a:pt x="181427" y="186802"/>
                </a:lnTo>
                <a:lnTo>
                  <a:pt x="187762" y="133503"/>
                </a:lnTo>
                <a:lnTo>
                  <a:pt x="187050" y="114317"/>
                </a:lnTo>
                <a:lnTo>
                  <a:pt x="184923" y="96617"/>
                </a:lnTo>
                <a:lnTo>
                  <a:pt x="181388" y="80405"/>
                </a:lnTo>
                <a:lnTo>
                  <a:pt x="176458" y="65681"/>
                </a:lnTo>
                <a:lnTo>
                  <a:pt x="170248" y="52473"/>
                </a:lnTo>
                <a:lnTo>
                  <a:pt x="165336" y="44858"/>
                </a:lnTo>
                <a:close/>
              </a:path>
              <a:path w="1635125" h="292100">
                <a:moveTo>
                  <a:pt x="360918" y="8091"/>
                </a:moveTo>
                <a:lnTo>
                  <a:pt x="321295" y="17015"/>
                </a:lnTo>
                <a:lnTo>
                  <a:pt x="291191" y="42954"/>
                </a:lnTo>
                <a:lnTo>
                  <a:pt x="272034" y="84362"/>
                </a:lnTo>
                <a:lnTo>
                  <a:pt x="265787" y="124944"/>
                </a:lnTo>
                <a:lnTo>
                  <a:pt x="265439" y="142665"/>
                </a:lnTo>
                <a:lnTo>
                  <a:pt x="265810" y="156267"/>
                </a:lnTo>
                <a:lnTo>
                  <a:pt x="273105" y="196448"/>
                </a:lnTo>
                <a:lnTo>
                  <a:pt x="294285" y="232739"/>
                </a:lnTo>
                <a:lnTo>
                  <a:pt x="332651" y="254982"/>
                </a:lnTo>
                <a:lnTo>
                  <a:pt x="358419" y="258440"/>
                </a:lnTo>
                <a:lnTo>
                  <a:pt x="371158" y="257808"/>
                </a:lnTo>
                <a:lnTo>
                  <a:pt x="413800" y="241633"/>
                </a:lnTo>
                <a:lnTo>
                  <a:pt x="431836" y="222744"/>
                </a:lnTo>
                <a:lnTo>
                  <a:pt x="349535" y="222744"/>
                </a:lnTo>
                <a:lnTo>
                  <a:pt x="341801" y="220602"/>
                </a:lnTo>
                <a:lnTo>
                  <a:pt x="315028" y="192045"/>
                </a:lnTo>
                <a:lnTo>
                  <a:pt x="313045" y="169318"/>
                </a:lnTo>
                <a:lnTo>
                  <a:pt x="314235" y="163290"/>
                </a:lnTo>
                <a:lnTo>
                  <a:pt x="316536" y="157658"/>
                </a:lnTo>
                <a:lnTo>
                  <a:pt x="318915" y="151946"/>
                </a:lnTo>
                <a:lnTo>
                  <a:pt x="322168" y="146949"/>
                </a:lnTo>
                <a:lnTo>
                  <a:pt x="326293" y="142665"/>
                </a:lnTo>
                <a:lnTo>
                  <a:pt x="330417" y="138302"/>
                </a:lnTo>
                <a:lnTo>
                  <a:pt x="335256" y="134891"/>
                </a:lnTo>
                <a:lnTo>
                  <a:pt x="346362" y="129973"/>
                </a:lnTo>
                <a:lnTo>
                  <a:pt x="352351" y="128744"/>
                </a:lnTo>
                <a:lnTo>
                  <a:pt x="308206" y="128744"/>
                </a:lnTo>
                <a:lnTo>
                  <a:pt x="315948" y="80331"/>
                </a:lnTo>
                <a:lnTo>
                  <a:pt x="348974" y="47661"/>
                </a:lnTo>
                <a:lnTo>
                  <a:pt x="360918" y="46286"/>
                </a:lnTo>
                <a:lnTo>
                  <a:pt x="433116" y="46286"/>
                </a:lnTo>
                <a:lnTo>
                  <a:pt x="430406" y="41883"/>
                </a:lnTo>
                <a:lnTo>
                  <a:pt x="392420" y="13177"/>
                </a:lnTo>
                <a:lnTo>
                  <a:pt x="372073" y="8656"/>
                </a:lnTo>
                <a:lnTo>
                  <a:pt x="360918" y="8091"/>
                </a:lnTo>
                <a:close/>
              </a:path>
              <a:path w="1635125" h="292100">
                <a:moveTo>
                  <a:pt x="370794" y="95070"/>
                </a:moveTo>
                <a:lnTo>
                  <a:pt x="362068" y="95070"/>
                </a:lnTo>
                <a:lnTo>
                  <a:pt x="353779" y="96459"/>
                </a:lnTo>
                <a:lnTo>
                  <a:pt x="318796" y="115774"/>
                </a:lnTo>
                <a:lnTo>
                  <a:pt x="309872" y="128744"/>
                </a:lnTo>
                <a:lnTo>
                  <a:pt x="367422" y="128744"/>
                </a:lnTo>
                <a:lnTo>
                  <a:pt x="375117" y="130806"/>
                </a:lnTo>
                <a:lnTo>
                  <a:pt x="388602" y="139056"/>
                </a:lnTo>
                <a:lnTo>
                  <a:pt x="393877" y="144648"/>
                </a:lnTo>
                <a:lnTo>
                  <a:pt x="397685" y="151708"/>
                </a:lnTo>
                <a:lnTo>
                  <a:pt x="401572" y="158768"/>
                </a:lnTo>
                <a:lnTo>
                  <a:pt x="403476" y="166661"/>
                </a:lnTo>
                <a:lnTo>
                  <a:pt x="403443" y="184408"/>
                </a:lnTo>
                <a:lnTo>
                  <a:pt x="401532" y="192283"/>
                </a:lnTo>
                <a:lnTo>
                  <a:pt x="393600" y="206562"/>
                </a:lnTo>
                <a:lnTo>
                  <a:pt x="388206" y="212233"/>
                </a:lnTo>
                <a:lnTo>
                  <a:pt x="374562" y="220642"/>
                </a:lnTo>
                <a:lnTo>
                  <a:pt x="366828" y="222744"/>
                </a:lnTo>
                <a:lnTo>
                  <a:pt x="431836" y="222744"/>
                </a:lnTo>
                <a:lnTo>
                  <a:pt x="445592" y="186148"/>
                </a:lnTo>
                <a:lnTo>
                  <a:pt x="446232" y="174435"/>
                </a:lnTo>
                <a:lnTo>
                  <a:pt x="445659" y="163220"/>
                </a:lnTo>
                <a:lnTo>
                  <a:pt x="430862" y="124944"/>
                </a:lnTo>
                <a:lnTo>
                  <a:pt x="400444" y="100826"/>
                </a:lnTo>
                <a:lnTo>
                  <a:pt x="381227" y="95710"/>
                </a:lnTo>
                <a:lnTo>
                  <a:pt x="370794" y="95070"/>
                </a:lnTo>
                <a:close/>
              </a:path>
              <a:path w="1635125" h="292100">
                <a:moveTo>
                  <a:pt x="433116" y="46286"/>
                </a:moveTo>
                <a:lnTo>
                  <a:pt x="360918" y="46286"/>
                </a:lnTo>
                <a:lnTo>
                  <a:pt x="368429" y="46814"/>
                </a:lnTo>
                <a:lnTo>
                  <a:pt x="375256" y="48398"/>
                </a:lnTo>
                <a:lnTo>
                  <a:pt x="400541" y="77103"/>
                </a:lnTo>
                <a:lnTo>
                  <a:pt x="443971" y="77103"/>
                </a:lnTo>
                <a:lnTo>
                  <a:pt x="442142" y="67540"/>
                </a:lnTo>
                <a:lnTo>
                  <a:pt x="439271" y="58482"/>
                </a:lnTo>
                <a:lnTo>
                  <a:pt x="435359" y="49930"/>
                </a:lnTo>
                <a:lnTo>
                  <a:pt x="433116" y="46286"/>
                </a:lnTo>
                <a:close/>
              </a:path>
              <a:path w="1635125" h="292100">
                <a:moveTo>
                  <a:pt x="628282" y="0"/>
                </a:moveTo>
                <a:lnTo>
                  <a:pt x="590563" y="0"/>
                </a:lnTo>
                <a:lnTo>
                  <a:pt x="512032" y="291756"/>
                </a:lnTo>
                <a:lnTo>
                  <a:pt x="549751" y="291756"/>
                </a:lnTo>
                <a:lnTo>
                  <a:pt x="628282" y="0"/>
                </a:lnTo>
                <a:close/>
              </a:path>
              <a:path w="1635125" h="292100">
                <a:moveTo>
                  <a:pt x="851042" y="43906"/>
                </a:moveTo>
                <a:lnTo>
                  <a:pt x="785504" y="43906"/>
                </a:lnTo>
                <a:lnTo>
                  <a:pt x="792445" y="45413"/>
                </a:lnTo>
                <a:lnTo>
                  <a:pt x="804661" y="51442"/>
                </a:lnTo>
                <a:lnTo>
                  <a:pt x="809460" y="55725"/>
                </a:lnTo>
                <a:lnTo>
                  <a:pt x="813937" y="62825"/>
                </a:lnTo>
                <a:lnTo>
                  <a:pt x="816441" y="66751"/>
                </a:lnTo>
                <a:lnTo>
                  <a:pt x="818134" y="73140"/>
                </a:lnTo>
                <a:lnTo>
                  <a:pt x="818186" y="87772"/>
                </a:lnTo>
                <a:lnTo>
                  <a:pt x="816838" y="94118"/>
                </a:lnTo>
                <a:lnTo>
                  <a:pt x="792901" y="128714"/>
                </a:lnTo>
                <a:lnTo>
                  <a:pt x="697176" y="223220"/>
                </a:lnTo>
                <a:lnTo>
                  <a:pt x="697176" y="255108"/>
                </a:lnTo>
                <a:lnTo>
                  <a:pt x="864234" y="255108"/>
                </a:lnTo>
                <a:lnTo>
                  <a:pt x="864234" y="218222"/>
                </a:lnTo>
                <a:lnTo>
                  <a:pt x="758098" y="218222"/>
                </a:lnTo>
                <a:lnTo>
                  <a:pt x="758098" y="216556"/>
                </a:lnTo>
                <a:lnTo>
                  <a:pt x="800100" y="173840"/>
                </a:lnTo>
                <a:lnTo>
                  <a:pt x="811277" y="162841"/>
                </a:lnTo>
                <a:lnTo>
                  <a:pt x="821131" y="152690"/>
                </a:lnTo>
                <a:lnTo>
                  <a:pt x="848082" y="119582"/>
                </a:lnTo>
                <a:lnTo>
                  <a:pt x="860546" y="78769"/>
                </a:lnTo>
                <a:lnTo>
                  <a:pt x="859899" y="68819"/>
                </a:lnTo>
                <a:lnTo>
                  <a:pt x="857958" y="59434"/>
                </a:lnTo>
                <a:lnTo>
                  <a:pt x="854723" y="50614"/>
                </a:lnTo>
                <a:lnTo>
                  <a:pt x="851042" y="43906"/>
                </a:lnTo>
                <a:close/>
              </a:path>
              <a:path w="1635125" h="292100">
                <a:moveTo>
                  <a:pt x="778325" y="8091"/>
                </a:moveTo>
                <a:lnTo>
                  <a:pt x="735490" y="17491"/>
                </a:lnTo>
                <a:lnTo>
                  <a:pt x="706338" y="44025"/>
                </a:lnTo>
                <a:lnTo>
                  <a:pt x="695748" y="84362"/>
                </a:lnTo>
                <a:lnTo>
                  <a:pt x="737751" y="84362"/>
                </a:lnTo>
                <a:lnTo>
                  <a:pt x="737751" y="76032"/>
                </a:lnTo>
                <a:lnTo>
                  <a:pt x="739396" y="68819"/>
                </a:lnTo>
                <a:lnTo>
                  <a:pt x="742711" y="62676"/>
                </a:lnTo>
                <a:lnTo>
                  <a:pt x="745961" y="56796"/>
                </a:lnTo>
                <a:lnTo>
                  <a:pt x="750641" y="52156"/>
                </a:lnTo>
                <a:lnTo>
                  <a:pt x="756670" y="48903"/>
                </a:lnTo>
                <a:lnTo>
                  <a:pt x="762698" y="45572"/>
                </a:lnTo>
                <a:lnTo>
                  <a:pt x="769719" y="43906"/>
                </a:lnTo>
                <a:lnTo>
                  <a:pt x="851042" y="43906"/>
                </a:lnTo>
                <a:lnTo>
                  <a:pt x="850194" y="42359"/>
                </a:lnTo>
                <a:lnTo>
                  <a:pt x="821399" y="17253"/>
                </a:lnTo>
                <a:lnTo>
                  <a:pt x="790209" y="8663"/>
                </a:lnTo>
                <a:lnTo>
                  <a:pt x="778325" y="8091"/>
                </a:lnTo>
                <a:close/>
              </a:path>
              <a:path w="1635125" h="292100">
                <a:moveTo>
                  <a:pt x="1037242" y="8091"/>
                </a:moveTo>
                <a:lnTo>
                  <a:pt x="997954" y="16390"/>
                </a:lnTo>
                <a:lnTo>
                  <a:pt x="968378" y="40931"/>
                </a:lnTo>
                <a:lnTo>
                  <a:pt x="949754" y="80450"/>
                </a:lnTo>
                <a:lnTo>
                  <a:pt x="943361" y="133503"/>
                </a:lnTo>
                <a:lnTo>
                  <a:pt x="944066" y="152764"/>
                </a:lnTo>
                <a:lnTo>
                  <a:pt x="954546" y="201683"/>
                </a:lnTo>
                <a:lnTo>
                  <a:pt x="976984" y="236606"/>
                </a:lnTo>
                <a:lnTo>
                  <a:pt x="1009934" y="256031"/>
                </a:lnTo>
                <a:lnTo>
                  <a:pt x="1037242" y="259749"/>
                </a:lnTo>
                <a:lnTo>
                  <a:pt x="1051409" y="258819"/>
                </a:lnTo>
                <a:lnTo>
                  <a:pt x="1087573" y="244875"/>
                </a:lnTo>
                <a:lnTo>
                  <a:pt x="1108837" y="222506"/>
                </a:lnTo>
                <a:lnTo>
                  <a:pt x="1037242" y="222506"/>
                </a:lnTo>
                <a:lnTo>
                  <a:pt x="1029887" y="221881"/>
                </a:lnTo>
                <a:lnTo>
                  <a:pt x="997158" y="191852"/>
                </a:lnTo>
                <a:lnTo>
                  <a:pt x="988301" y="147499"/>
                </a:lnTo>
                <a:lnTo>
                  <a:pt x="987981" y="133503"/>
                </a:lnTo>
                <a:lnTo>
                  <a:pt x="988859" y="113045"/>
                </a:lnTo>
                <a:lnTo>
                  <a:pt x="1001308" y="67465"/>
                </a:lnTo>
                <a:lnTo>
                  <a:pt x="1037242" y="44858"/>
                </a:lnTo>
                <a:lnTo>
                  <a:pt x="1108698" y="44858"/>
                </a:lnTo>
                <a:lnTo>
                  <a:pt x="1106165" y="40931"/>
                </a:lnTo>
                <a:lnTo>
                  <a:pt x="1076530" y="16390"/>
                </a:lnTo>
                <a:lnTo>
                  <a:pt x="1051364" y="9013"/>
                </a:lnTo>
                <a:lnTo>
                  <a:pt x="1037242" y="8091"/>
                </a:lnTo>
                <a:close/>
              </a:path>
              <a:path w="1635125" h="292100">
                <a:moveTo>
                  <a:pt x="1108698" y="44858"/>
                </a:moveTo>
                <a:lnTo>
                  <a:pt x="1037242" y="44858"/>
                </a:lnTo>
                <a:lnTo>
                  <a:pt x="1044545" y="45490"/>
                </a:lnTo>
                <a:lnTo>
                  <a:pt x="1051342" y="47386"/>
                </a:lnTo>
                <a:lnTo>
                  <a:pt x="1077207" y="75452"/>
                </a:lnTo>
                <a:lnTo>
                  <a:pt x="1086242" y="119567"/>
                </a:lnTo>
                <a:lnTo>
                  <a:pt x="1086622" y="133503"/>
                </a:lnTo>
                <a:lnTo>
                  <a:pt x="1085789" y="154125"/>
                </a:lnTo>
                <a:lnTo>
                  <a:pt x="1073295" y="200017"/>
                </a:lnTo>
                <a:lnTo>
                  <a:pt x="1037242" y="222506"/>
                </a:lnTo>
                <a:lnTo>
                  <a:pt x="1108837" y="222506"/>
                </a:lnTo>
                <a:lnTo>
                  <a:pt x="1124789" y="186802"/>
                </a:lnTo>
                <a:lnTo>
                  <a:pt x="1131123" y="133503"/>
                </a:lnTo>
                <a:lnTo>
                  <a:pt x="1130411" y="114317"/>
                </a:lnTo>
                <a:lnTo>
                  <a:pt x="1128284" y="96617"/>
                </a:lnTo>
                <a:lnTo>
                  <a:pt x="1124750" y="80405"/>
                </a:lnTo>
                <a:lnTo>
                  <a:pt x="1119819" y="65681"/>
                </a:lnTo>
                <a:lnTo>
                  <a:pt x="1113609" y="52473"/>
                </a:lnTo>
                <a:lnTo>
                  <a:pt x="1108698" y="44858"/>
                </a:lnTo>
                <a:close/>
              </a:path>
              <a:path w="1635125" h="292100">
                <a:moveTo>
                  <a:pt x="1366406" y="43906"/>
                </a:moveTo>
                <a:lnTo>
                  <a:pt x="1300868" y="43906"/>
                </a:lnTo>
                <a:lnTo>
                  <a:pt x="1307809" y="45413"/>
                </a:lnTo>
                <a:lnTo>
                  <a:pt x="1320025" y="51442"/>
                </a:lnTo>
                <a:lnTo>
                  <a:pt x="1324824" y="55725"/>
                </a:lnTo>
                <a:lnTo>
                  <a:pt x="1329301" y="62825"/>
                </a:lnTo>
                <a:lnTo>
                  <a:pt x="1331805" y="66751"/>
                </a:lnTo>
                <a:lnTo>
                  <a:pt x="1333498" y="73140"/>
                </a:lnTo>
                <a:lnTo>
                  <a:pt x="1333550" y="87772"/>
                </a:lnTo>
                <a:lnTo>
                  <a:pt x="1332202" y="94118"/>
                </a:lnTo>
                <a:lnTo>
                  <a:pt x="1308265" y="128714"/>
                </a:lnTo>
                <a:lnTo>
                  <a:pt x="1212540" y="223220"/>
                </a:lnTo>
                <a:lnTo>
                  <a:pt x="1212540" y="255108"/>
                </a:lnTo>
                <a:lnTo>
                  <a:pt x="1379598" y="255108"/>
                </a:lnTo>
                <a:lnTo>
                  <a:pt x="1379598" y="218222"/>
                </a:lnTo>
                <a:lnTo>
                  <a:pt x="1273461" y="218222"/>
                </a:lnTo>
                <a:lnTo>
                  <a:pt x="1273461" y="216556"/>
                </a:lnTo>
                <a:lnTo>
                  <a:pt x="1315464" y="173840"/>
                </a:lnTo>
                <a:lnTo>
                  <a:pt x="1326641" y="162841"/>
                </a:lnTo>
                <a:lnTo>
                  <a:pt x="1336495" y="152690"/>
                </a:lnTo>
                <a:lnTo>
                  <a:pt x="1363446" y="119582"/>
                </a:lnTo>
                <a:lnTo>
                  <a:pt x="1375910" y="78769"/>
                </a:lnTo>
                <a:lnTo>
                  <a:pt x="1375263" y="68819"/>
                </a:lnTo>
                <a:lnTo>
                  <a:pt x="1373322" y="59434"/>
                </a:lnTo>
                <a:lnTo>
                  <a:pt x="1370087" y="50614"/>
                </a:lnTo>
                <a:lnTo>
                  <a:pt x="1366406" y="43906"/>
                </a:lnTo>
                <a:close/>
              </a:path>
              <a:path w="1635125" h="292100">
                <a:moveTo>
                  <a:pt x="1293689" y="8091"/>
                </a:moveTo>
                <a:lnTo>
                  <a:pt x="1250854" y="17491"/>
                </a:lnTo>
                <a:lnTo>
                  <a:pt x="1221702" y="44025"/>
                </a:lnTo>
                <a:lnTo>
                  <a:pt x="1211112" y="84362"/>
                </a:lnTo>
                <a:lnTo>
                  <a:pt x="1253115" y="84362"/>
                </a:lnTo>
                <a:lnTo>
                  <a:pt x="1253115" y="76032"/>
                </a:lnTo>
                <a:lnTo>
                  <a:pt x="1254760" y="68819"/>
                </a:lnTo>
                <a:lnTo>
                  <a:pt x="1258075" y="62676"/>
                </a:lnTo>
                <a:lnTo>
                  <a:pt x="1261325" y="56796"/>
                </a:lnTo>
                <a:lnTo>
                  <a:pt x="1266005" y="52156"/>
                </a:lnTo>
                <a:lnTo>
                  <a:pt x="1272034" y="48903"/>
                </a:lnTo>
                <a:lnTo>
                  <a:pt x="1278062" y="45572"/>
                </a:lnTo>
                <a:lnTo>
                  <a:pt x="1285083" y="43906"/>
                </a:lnTo>
                <a:lnTo>
                  <a:pt x="1366406" y="43906"/>
                </a:lnTo>
                <a:lnTo>
                  <a:pt x="1365558" y="42359"/>
                </a:lnTo>
                <a:lnTo>
                  <a:pt x="1336763" y="17253"/>
                </a:lnTo>
                <a:lnTo>
                  <a:pt x="1305573" y="8663"/>
                </a:lnTo>
                <a:lnTo>
                  <a:pt x="1293689" y="8091"/>
                </a:lnTo>
                <a:close/>
              </a:path>
              <a:path w="1635125" h="292100">
                <a:moveTo>
                  <a:pt x="1505963" y="188832"/>
                </a:moveTo>
                <a:lnTo>
                  <a:pt x="1463127" y="188832"/>
                </a:lnTo>
                <a:lnTo>
                  <a:pt x="1464124" y="198664"/>
                </a:lnTo>
                <a:lnTo>
                  <a:pt x="1487787" y="238807"/>
                </a:lnTo>
                <a:lnTo>
                  <a:pt x="1524703" y="256209"/>
                </a:lnTo>
                <a:lnTo>
                  <a:pt x="1547251" y="258440"/>
                </a:lnTo>
                <a:lnTo>
                  <a:pt x="1559775" y="257771"/>
                </a:lnTo>
                <a:lnTo>
                  <a:pt x="1602038" y="241819"/>
                </a:lnTo>
                <a:lnTo>
                  <a:pt x="1620355" y="222744"/>
                </a:lnTo>
                <a:lnTo>
                  <a:pt x="1547251" y="222744"/>
                </a:lnTo>
                <a:lnTo>
                  <a:pt x="1539279" y="222156"/>
                </a:lnTo>
                <a:lnTo>
                  <a:pt x="1507220" y="195987"/>
                </a:lnTo>
                <a:lnTo>
                  <a:pt x="1505963" y="188832"/>
                </a:lnTo>
                <a:close/>
              </a:path>
              <a:path w="1635125" h="292100">
                <a:moveTo>
                  <a:pt x="1621645" y="128546"/>
                </a:moveTo>
                <a:lnTo>
                  <a:pt x="1538763" y="128546"/>
                </a:lnTo>
                <a:lnTo>
                  <a:pt x="1546061" y="128625"/>
                </a:lnTo>
                <a:lnTo>
                  <a:pt x="1555025" y="128625"/>
                </a:lnTo>
                <a:lnTo>
                  <a:pt x="1562958" y="130687"/>
                </a:lnTo>
                <a:lnTo>
                  <a:pt x="1569859" y="134812"/>
                </a:lnTo>
                <a:lnTo>
                  <a:pt x="1576760" y="138858"/>
                </a:lnTo>
                <a:lnTo>
                  <a:pt x="1582194" y="144450"/>
                </a:lnTo>
                <a:lnTo>
                  <a:pt x="1590126" y="158729"/>
                </a:lnTo>
                <a:lnTo>
                  <a:pt x="1592070" y="166899"/>
                </a:lnTo>
                <a:lnTo>
                  <a:pt x="1592070" y="185144"/>
                </a:lnTo>
                <a:lnTo>
                  <a:pt x="1563592" y="220761"/>
                </a:lnTo>
                <a:lnTo>
                  <a:pt x="1555898" y="222744"/>
                </a:lnTo>
                <a:lnTo>
                  <a:pt x="1620355" y="222744"/>
                </a:lnTo>
                <a:lnTo>
                  <a:pt x="1634008" y="186780"/>
                </a:lnTo>
                <a:lnTo>
                  <a:pt x="1634707" y="175030"/>
                </a:lnTo>
                <a:lnTo>
                  <a:pt x="1634082" y="163637"/>
                </a:lnTo>
                <a:lnTo>
                  <a:pt x="1632208" y="152898"/>
                </a:lnTo>
                <a:lnTo>
                  <a:pt x="1629085" y="142814"/>
                </a:lnTo>
                <a:lnTo>
                  <a:pt x="1624712" y="133384"/>
                </a:lnTo>
                <a:lnTo>
                  <a:pt x="1621645" y="128546"/>
                </a:lnTo>
                <a:close/>
              </a:path>
              <a:path w="1635125" h="292100">
                <a:moveTo>
                  <a:pt x="1621975" y="11422"/>
                </a:moveTo>
                <a:lnTo>
                  <a:pt x="1480618" y="11422"/>
                </a:lnTo>
                <a:lnTo>
                  <a:pt x="1467887" y="137073"/>
                </a:lnTo>
                <a:lnTo>
                  <a:pt x="1507748" y="143617"/>
                </a:lnTo>
                <a:lnTo>
                  <a:pt x="1511872" y="139096"/>
                </a:lnTo>
                <a:lnTo>
                  <a:pt x="1517465" y="135447"/>
                </a:lnTo>
                <a:lnTo>
                  <a:pt x="1531585" y="129894"/>
                </a:lnTo>
                <a:lnTo>
                  <a:pt x="1538763" y="128546"/>
                </a:lnTo>
                <a:lnTo>
                  <a:pt x="1621645" y="128546"/>
                </a:lnTo>
                <a:lnTo>
                  <a:pt x="1619254" y="124773"/>
                </a:lnTo>
                <a:lnTo>
                  <a:pt x="1612873" y="117143"/>
                </a:lnTo>
                <a:lnTo>
                  <a:pt x="1608233" y="112918"/>
                </a:lnTo>
                <a:lnTo>
                  <a:pt x="1510127" y="112918"/>
                </a:lnTo>
                <a:lnTo>
                  <a:pt x="1517147" y="48308"/>
                </a:lnTo>
                <a:lnTo>
                  <a:pt x="1621975" y="48308"/>
                </a:lnTo>
                <a:lnTo>
                  <a:pt x="1621975" y="11422"/>
                </a:lnTo>
                <a:close/>
              </a:path>
              <a:path w="1635125" h="292100">
                <a:moveTo>
                  <a:pt x="1557841" y="94356"/>
                </a:moveTo>
                <a:lnTo>
                  <a:pt x="1516077" y="107604"/>
                </a:lnTo>
                <a:lnTo>
                  <a:pt x="1511555" y="112918"/>
                </a:lnTo>
                <a:lnTo>
                  <a:pt x="1608233" y="112918"/>
                </a:lnTo>
                <a:lnTo>
                  <a:pt x="1568610" y="95011"/>
                </a:lnTo>
                <a:lnTo>
                  <a:pt x="1557841" y="94356"/>
                </a:lnTo>
                <a:close/>
              </a:path>
            </a:pathLst>
          </a:custGeom>
          <a:solidFill>
            <a:srgbClr val="F43F1E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" name="object 5" descr=""/>
          <p:cNvGrpSpPr/>
          <p:nvPr/>
        </p:nvGrpSpPr>
        <p:grpSpPr>
          <a:xfrm>
            <a:off x="6083584" y="565427"/>
            <a:ext cx="4146550" cy="8921750"/>
            <a:chOff x="6083584" y="565427"/>
            <a:chExt cx="4146550" cy="8921750"/>
          </a:xfrm>
        </p:grpSpPr>
        <p:sp>
          <p:nvSpPr>
            <p:cNvPr id="6" name="object 6" descr=""/>
            <p:cNvSpPr/>
            <p:nvPr/>
          </p:nvSpPr>
          <p:spPr>
            <a:xfrm>
              <a:off x="6083579" y="565428"/>
              <a:ext cx="4146550" cy="8921750"/>
            </a:xfrm>
            <a:custGeom>
              <a:avLst/>
              <a:gdLst/>
              <a:ahLst/>
              <a:cxnLst/>
              <a:rect l="l" t="t" r="r" b="b"/>
              <a:pathLst>
                <a:path w="4146550" h="8921750">
                  <a:moveTo>
                    <a:pt x="4146473" y="0"/>
                  </a:moveTo>
                  <a:lnTo>
                    <a:pt x="3811397" y="0"/>
                  </a:lnTo>
                  <a:lnTo>
                    <a:pt x="335064" y="0"/>
                  </a:lnTo>
                  <a:lnTo>
                    <a:pt x="0" y="0"/>
                  </a:lnTo>
                  <a:lnTo>
                    <a:pt x="0" y="335076"/>
                  </a:lnTo>
                  <a:lnTo>
                    <a:pt x="0" y="8586127"/>
                  </a:lnTo>
                  <a:lnTo>
                    <a:pt x="0" y="8799817"/>
                  </a:lnTo>
                  <a:lnTo>
                    <a:pt x="77533" y="8799817"/>
                  </a:lnTo>
                  <a:lnTo>
                    <a:pt x="115239" y="8839009"/>
                  </a:lnTo>
                  <a:lnTo>
                    <a:pt x="152615" y="8867216"/>
                  </a:lnTo>
                  <a:lnTo>
                    <a:pt x="193814" y="8890051"/>
                  </a:lnTo>
                  <a:lnTo>
                    <a:pt x="238290" y="8907018"/>
                  </a:lnTo>
                  <a:lnTo>
                    <a:pt x="285559" y="8917572"/>
                  </a:lnTo>
                  <a:lnTo>
                    <a:pt x="335064" y="8921204"/>
                  </a:lnTo>
                  <a:lnTo>
                    <a:pt x="3811397" y="8921204"/>
                  </a:lnTo>
                  <a:lnTo>
                    <a:pt x="3860914" y="8917572"/>
                  </a:lnTo>
                  <a:lnTo>
                    <a:pt x="3908171" y="8907018"/>
                  </a:lnTo>
                  <a:lnTo>
                    <a:pt x="3952659" y="8890051"/>
                  </a:lnTo>
                  <a:lnTo>
                    <a:pt x="3993845" y="8867216"/>
                  </a:lnTo>
                  <a:lnTo>
                    <a:pt x="4031234" y="8839009"/>
                  </a:lnTo>
                  <a:lnTo>
                    <a:pt x="4064279" y="8805964"/>
                  </a:lnTo>
                  <a:lnTo>
                    <a:pt x="4068915" y="8799817"/>
                  </a:lnTo>
                  <a:lnTo>
                    <a:pt x="4146473" y="8799817"/>
                  </a:lnTo>
                  <a:lnTo>
                    <a:pt x="4146473" y="8586127"/>
                  </a:lnTo>
                  <a:lnTo>
                    <a:pt x="4146473" y="335076"/>
                  </a:lnTo>
                  <a:lnTo>
                    <a:pt x="414647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6677673" y="679043"/>
              <a:ext cx="2564130" cy="382270"/>
            </a:xfrm>
            <a:custGeom>
              <a:avLst/>
              <a:gdLst/>
              <a:ahLst/>
              <a:cxnLst/>
              <a:rect l="l" t="t" r="r" b="b"/>
              <a:pathLst>
                <a:path w="2564129" h="382269">
                  <a:moveTo>
                    <a:pt x="91655" y="183007"/>
                  </a:moveTo>
                  <a:lnTo>
                    <a:pt x="87807" y="155994"/>
                  </a:lnTo>
                  <a:lnTo>
                    <a:pt x="79044" y="140322"/>
                  </a:lnTo>
                  <a:lnTo>
                    <a:pt x="77444" y="137464"/>
                  </a:lnTo>
                  <a:lnTo>
                    <a:pt x="67792" y="130670"/>
                  </a:lnTo>
                  <a:lnTo>
                    <a:pt x="67792" y="164452"/>
                  </a:lnTo>
                  <a:lnTo>
                    <a:pt x="66014" y="173304"/>
                  </a:lnTo>
                  <a:lnTo>
                    <a:pt x="61010" y="180479"/>
                  </a:lnTo>
                  <a:lnTo>
                    <a:pt x="53479" y="185191"/>
                  </a:lnTo>
                  <a:lnTo>
                    <a:pt x="44107" y="186880"/>
                  </a:lnTo>
                  <a:lnTo>
                    <a:pt x="34747" y="185166"/>
                  </a:lnTo>
                  <a:lnTo>
                    <a:pt x="27368" y="180365"/>
                  </a:lnTo>
                  <a:lnTo>
                    <a:pt x="22517" y="173024"/>
                  </a:lnTo>
                  <a:lnTo>
                    <a:pt x="20840" y="164045"/>
                  </a:lnTo>
                  <a:lnTo>
                    <a:pt x="20777" y="163563"/>
                  </a:lnTo>
                  <a:lnTo>
                    <a:pt x="22618" y="154457"/>
                  </a:lnTo>
                  <a:lnTo>
                    <a:pt x="27647" y="147078"/>
                  </a:lnTo>
                  <a:lnTo>
                    <a:pt x="35140" y="142125"/>
                  </a:lnTo>
                  <a:lnTo>
                    <a:pt x="44348" y="140322"/>
                  </a:lnTo>
                  <a:lnTo>
                    <a:pt x="53581" y="142163"/>
                  </a:lnTo>
                  <a:lnTo>
                    <a:pt x="61036" y="147193"/>
                  </a:lnTo>
                  <a:lnTo>
                    <a:pt x="66027" y="154724"/>
                  </a:lnTo>
                  <a:lnTo>
                    <a:pt x="67741" y="163563"/>
                  </a:lnTo>
                  <a:lnTo>
                    <a:pt x="67792" y="164452"/>
                  </a:lnTo>
                  <a:lnTo>
                    <a:pt x="67792" y="130670"/>
                  </a:lnTo>
                  <a:lnTo>
                    <a:pt x="62306" y="126796"/>
                  </a:lnTo>
                  <a:lnTo>
                    <a:pt x="44183" y="123380"/>
                  </a:lnTo>
                  <a:lnTo>
                    <a:pt x="26390" y="126453"/>
                  </a:lnTo>
                  <a:lnTo>
                    <a:pt x="12420" y="134975"/>
                  </a:lnTo>
                  <a:lnTo>
                    <a:pt x="3276" y="147929"/>
                  </a:lnTo>
                  <a:lnTo>
                    <a:pt x="114" y="163728"/>
                  </a:lnTo>
                  <a:lnTo>
                    <a:pt x="0" y="164452"/>
                  </a:lnTo>
                  <a:lnTo>
                    <a:pt x="2857" y="179781"/>
                  </a:lnTo>
                  <a:lnTo>
                    <a:pt x="10845" y="191947"/>
                  </a:lnTo>
                  <a:lnTo>
                    <a:pt x="23126" y="199974"/>
                  </a:lnTo>
                  <a:lnTo>
                    <a:pt x="38823" y="202857"/>
                  </a:lnTo>
                  <a:lnTo>
                    <a:pt x="49949" y="201447"/>
                  </a:lnTo>
                  <a:lnTo>
                    <a:pt x="58851" y="197637"/>
                  </a:lnTo>
                  <a:lnTo>
                    <a:pt x="65493" y="192100"/>
                  </a:lnTo>
                  <a:lnTo>
                    <a:pt x="68986" y="186880"/>
                  </a:lnTo>
                  <a:lnTo>
                    <a:pt x="69900" y="185508"/>
                  </a:lnTo>
                  <a:lnTo>
                    <a:pt x="71551" y="185508"/>
                  </a:lnTo>
                  <a:lnTo>
                    <a:pt x="55867" y="225348"/>
                  </a:lnTo>
                  <a:lnTo>
                    <a:pt x="43688" y="228523"/>
                  </a:lnTo>
                  <a:lnTo>
                    <a:pt x="33223" y="228523"/>
                  </a:lnTo>
                  <a:lnTo>
                    <a:pt x="25882" y="223202"/>
                  </a:lnTo>
                  <a:lnTo>
                    <a:pt x="22758" y="215049"/>
                  </a:lnTo>
                  <a:lnTo>
                    <a:pt x="22504" y="214236"/>
                  </a:lnTo>
                  <a:lnTo>
                    <a:pt x="1562" y="214236"/>
                  </a:lnTo>
                  <a:lnTo>
                    <a:pt x="28448" y="243370"/>
                  </a:lnTo>
                  <a:lnTo>
                    <a:pt x="43688" y="245630"/>
                  </a:lnTo>
                  <a:lnTo>
                    <a:pt x="63804" y="241388"/>
                  </a:lnTo>
                  <a:lnTo>
                    <a:pt x="78892" y="229108"/>
                  </a:lnTo>
                  <a:lnTo>
                    <a:pt x="79171" y="228523"/>
                  </a:lnTo>
                  <a:lnTo>
                    <a:pt x="88379" y="209473"/>
                  </a:lnTo>
                  <a:lnTo>
                    <a:pt x="91363" y="185508"/>
                  </a:lnTo>
                  <a:lnTo>
                    <a:pt x="91655" y="183172"/>
                  </a:lnTo>
                  <a:lnTo>
                    <a:pt x="91655" y="183007"/>
                  </a:lnTo>
                  <a:close/>
                </a:path>
                <a:path w="2564129" h="382269">
                  <a:moveTo>
                    <a:pt x="138811" y="207213"/>
                  </a:moveTo>
                  <a:lnTo>
                    <a:pt x="133286" y="201650"/>
                  </a:lnTo>
                  <a:lnTo>
                    <a:pt x="118211" y="201650"/>
                  </a:lnTo>
                  <a:lnTo>
                    <a:pt x="112598" y="207213"/>
                  </a:lnTo>
                  <a:lnTo>
                    <a:pt x="112598" y="221576"/>
                  </a:lnTo>
                  <a:lnTo>
                    <a:pt x="118211" y="227152"/>
                  </a:lnTo>
                  <a:lnTo>
                    <a:pt x="133286" y="227152"/>
                  </a:lnTo>
                  <a:lnTo>
                    <a:pt x="138811" y="221576"/>
                  </a:lnTo>
                  <a:lnTo>
                    <a:pt x="138811" y="207213"/>
                  </a:lnTo>
                  <a:close/>
                </a:path>
                <a:path w="2564129" h="382269">
                  <a:moveTo>
                    <a:pt x="138811" y="147345"/>
                  </a:moveTo>
                  <a:lnTo>
                    <a:pt x="133286" y="141782"/>
                  </a:lnTo>
                  <a:lnTo>
                    <a:pt x="118211" y="141782"/>
                  </a:lnTo>
                  <a:lnTo>
                    <a:pt x="112598" y="147345"/>
                  </a:lnTo>
                  <a:lnTo>
                    <a:pt x="112598" y="161632"/>
                  </a:lnTo>
                  <a:lnTo>
                    <a:pt x="118211" y="167271"/>
                  </a:lnTo>
                  <a:lnTo>
                    <a:pt x="133286" y="167271"/>
                  </a:lnTo>
                  <a:lnTo>
                    <a:pt x="138811" y="161632"/>
                  </a:lnTo>
                  <a:lnTo>
                    <a:pt x="138811" y="147345"/>
                  </a:lnTo>
                  <a:close/>
                </a:path>
                <a:path w="2564129" h="382269">
                  <a:moveTo>
                    <a:pt x="253809" y="203187"/>
                  </a:moveTo>
                  <a:lnTo>
                    <a:pt x="237807" y="203187"/>
                  </a:lnTo>
                  <a:lnTo>
                    <a:pt x="237807" y="142913"/>
                  </a:lnTo>
                  <a:lnTo>
                    <a:pt x="237807" y="126288"/>
                  </a:lnTo>
                  <a:lnTo>
                    <a:pt x="217779" y="126288"/>
                  </a:lnTo>
                  <a:lnTo>
                    <a:pt x="217779" y="142913"/>
                  </a:lnTo>
                  <a:lnTo>
                    <a:pt x="217779" y="203669"/>
                  </a:lnTo>
                  <a:lnTo>
                    <a:pt x="179044" y="203669"/>
                  </a:lnTo>
                  <a:lnTo>
                    <a:pt x="179044" y="202463"/>
                  </a:lnTo>
                  <a:lnTo>
                    <a:pt x="188061" y="187375"/>
                  </a:lnTo>
                  <a:lnTo>
                    <a:pt x="197548" y="172110"/>
                  </a:lnTo>
                  <a:lnTo>
                    <a:pt x="207162" y="157124"/>
                  </a:lnTo>
                  <a:lnTo>
                    <a:pt x="216547" y="142913"/>
                  </a:lnTo>
                  <a:lnTo>
                    <a:pt x="217779" y="142913"/>
                  </a:lnTo>
                  <a:lnTo>
                    <a:pt x="217779" y="126288"/>
                  </a:lnTo>
                  <a:lnTo>
                    <a:pt x="207733" y="126288"/>
                  </a:lnTo>
                  <a:lnTo>
                    <a:pt x="195503" y="144780"/>
                  </a:lnTo>
                  <a:lnTo>
                    <a:pt x="183210" y="163995"/>
                  </a:lnTo>
                  <a:lnTo>
                    <a:pt x="171069" y="183629"/>
                  </a:lnTo>
                  <a:lnTo>
                    <a:pt x="159359" y="203187"/>
                  </a:lnTo>
                  <a:lnTo>
                    <a:pt x="159258" y="220370"/>
                  </a:lnTo>
                  <a:lnTo>
                    <a:pt x="217449" y="220370"/>
                  </a:lnTo>
                  <a:lnTo>
                    <a:pt x="217449" y="242722"/>
                  </a:lnTo>
                  <a:lnTo>
                    <a:pt x="237807" y="242722"/>
                  </a:lnTo>
                  <a:lnTo>
                    <a:pt x="237807" y="220370"/>
                  </a:lnTo>
                  <a:lnTo>
                    <a:pt x="253809" y="220370"/>
                  </a:lnTo>
                  <a:lnTo>
                    <a:pt x="253809" y="203669"/>
                  </a:lnTo>
                  <a:lnTo>
                    <a:pt x="253809" y="203187"/>
                  </a:lnTo>
                  <a:close/>
                </a:path>
                <a:path w="2564129" h="382269">
                  <a:moveTo>
                    <a:pt x="320992" y="126288"/>
                  </a:moveTo>
                  <a:lnTo>
                    <a:pt x="299808" y="126288"/>
                  </a:lnTo>
                  <a:lnTo>
                    <a:pt x="268732" y="147675"/>
                  </a:lnTo>
                  <a:lnTo>
                    <a:pt x="268732" y="167271"/>
                  </a:lnTo>
                  <a:lnTo>
                    <a:pt x="298323" y="146786"/>
                  </a:lnTo>
                  <a:lnTo>
                    <a:pt x="299720" y="146786"/>
                  </a:lnTo>
                  <a:lnTo>
                    <a:pt x="299720" y="242722"/>
                  </a:lnTo>
                  <a:lnTo>
                    <a:pt x="320992" y="242722"/>
                  </a:lnTo>
                  <a:lnTo>
                    <a:pt x="320992" y="146786"/>
                  </a:lnTo>
                  <a:lnTo>
                    <a:pt x="320992" y="126288"/>
                  </a:lnTo>
                  <a:close/>
                </a:path>
                <a:path w="2564129" h="382269">
                  <a:moveTo>
                    <a:pt x="2138565" y="191084"/>
                  </a:moveTo>
                  <a:lnTo>
                    <a:pt x="2133409" y="147269"/>
                  </a:lnTo>
                  <a:lnTo>
                    <a:pt x="2118728" y="107048"/>
                  </a:lnTo>
                  <a:lnTo>
                    <a:pt x="2095690" y="71577"/>
                  </a:lnTo>
                  <a:lnTo>
                    <a:pt x="2065464" y="41986"/>
                  </a:lnTo>
                  <a:lnTo>
                    <a:pt x="2029218" y="19431"/>
                  </a:lnTo>
                  <a:lnTo>
                    <a:pt x="1988134" y="5054"/>
                  </a:lnTo>
                  <a:lnTo>
                    <a:pt x="1943379" y="0"/>
                  </a:lnTo>
                  <a:lnTo>
                    <a:pt x="1468589" y="0"/>
                  </a:lnTo>
                  <a:lnTo>
                    <a:pt x="1014907" y="0"/>
                  </a:lnTo>
                  <a:lnTo>
                    <a:pt x="970153" y="5054"/>
                  </a:lnTo>
                  <a:lnTo>
                    <a:pt x="929068" y="19431"/>
                  </a:lnTo>
                  <a:lnTo>
                    <a:pt x="892822" y="41986"/>
                  </a:lnTo>
                  <a:lnTo>
                    <a:pt x="862596" y="71577"/>
                  </a:lnTo>
                  <a:lnTo>
                    <a:pt x="839558" y="107048"/>
                  </a:lnTo>
                  <a:lnTo>
                    <a:pt x="824865" y="147269"/>
                  </a:lnTo>
                  <a:lnTo>
                    <a:pt x="819708" y="191084"/>
                  </a:lnTo>
                  <a:lnTo>
                    <a:pt x="824865" y="234899"/>
                  </a:lnTo>
                  <a:lnTo>
                    <a:pt x="839558" y="275107"/>
                  </a:lnTo>
                  <a:lnTo>
                    <a:pt x="862596" y="310591"/>
                  </a:lnTo>
                  <a:lnTo>
                    <a:pt x="892822" y="340182"/>
                  </a:lnTo>
                  <a:lnTo>
                    <a:pt x="929068" y="362737"/>
                  </a:lnTo>
                  <a:lnTo>
                    <a:pt x="970153" y="377113"/>
                  </a:lnTo>
                  <a:lnTo>
                    <a:pt x="1014907" y="382155"/>
                  </a:lnTo>
                  <a:lnTo>
                    <a:pt x="1468589" y="382155"/>
                  </a:lnTo>
                  <a:lnTo>
                    <a:pt x="1943379" y="382155"/>
                  </a:lnTo>
                  <a:lnTo>
                    <a:pt x="1988134" y="377113"/>
                  </a:lnTo>
                  <a:lnTo>
                    <a:pt x="2029218" y="362737"/>
                  </a:lnTo>
                  <a:lnTo>
                    <a:pt x="2065464" y="340182"/>
                  </a:lnTo>
                  <a:lnTo>
                    <a:pt x="2095690" y="310591"/>
                  </a:lnTo>
                  <a:lnTo>
                    <a:pt x="2118728" y="275107"/>
                  </a:lnTo>
                  <a:lnTo>
                    <a:pt x="2133409" y="234899"/>
                  </a:lnTo>
                  <a:lnTo>
                    <a:pt x="2138565" y="191084"/>
                  </a:lnTo>
                  <a:close/>
                </a:path>
                <a:path w="2564129" h="382269">
                  <a:moveTo>
                    <a:pt x="2405494" y="211188"/>
                  </a:moveTo>
                  <a:lnTo>
                    <a:pt x="2400770" y="206565"/>
                  </a:lnTo>
                  <a:lnTo>
                    <a:pt x="2378570" y="206565"/>
                  </a:lnTo>
                  <a:lnTo>
                    <a:pt x="2373833" y="211188"/>
                  </a:lnTo>
                  <a:lnTo>
                    <a:pt x="2373833" y="216903"/>
                  </a:lnTo>
                  <a:lnTo>
                    <a:pt x="2373833" y="243255"/>
                  </a:lnTo>
                  <a:lnTo>
                    <a:pt x="2378570" y="247878"/>
                  </a:lnTo>
                  <a:lnTo>
                    <a:pt x="2400770" y="247878"/>
                  </a:lnTo>
                  <a:lnTo>
                    <a:pt x="2405494" y="243255"/>
                  </a:lnTo>
                  <a:lnTo>
                    <a:pt x="2405494" y="211188"/>
                  </a:lnTo>
                  <a:close/>
                </a:path>
                <a:path w="2564129" h="382269">
                  <a:moveTo>
                    <a:pt x="2458250" y="185369"/>
                  </a:moveTo>
                  <a:lnTo>
                    <a:pt x="2453525" y="180746"/>
                  </a:lnTo>
                  <a:lnTo>
                    <a:pt x="2431326" y="180746"/>
                  </a:lnTo>
                  <a:lnTo>
                    <a:pt x="2426589" y="185369"/>
                  </a:lnTo>
                  <a:lnTo>
                    <a:pt x="2426589" y="191084"/>
                  </a:lnTo>
                  <a:lnTo>
                    <a:pt x="2426589" y="243255"/>
                  </a:lnTo>
                  <a:lnTo>
                    <a:pt x="2431326" y="247891"/>
                  </a:lnTo>
                  <a:lnTo>
                    <a:pt x="2453525" y="247891"/>
                  </a:lnTo>
                  <a:lnTo>
                    <a:pt x="2458250" y="243255"/>
                  </a:lnTo>
                  <a:lnTo>
                    <a:pt x="2458250" y="185369"/>
                  </a:lnTo>
                  <a:close/>
                </a:path>
                <a:path w="2564129" h="382269">
                  <a:moveTo>
                    <a:pt x="2511006" y="149225"/>
                  </a:moveTo>
                  <a:lnTo>
                    <a:pt x="2506281" y="144602"/>
                  </a:lnTo>
                  <a:lnTo>
                    <a:pt x="2484069" y="144602"/>
                  </a:lnTo>
                  <a:lnTo>
                    <a:pt x="2479344" y="149225"/>
                  </a:lnTo>
                  <a:lnTo>
                    <a:pt x="2479344" y="154927"/>
                  </a:lnTo>
                  <a:lnTo>
                    <a:pt x="2479344" y="243255"/>
                  </a:lnTo>
                  <a:lnTo>
                    <a:pt x="2484069" y="247878"/>
                  </a:lnTo>
                  <a:lnTo>
                    <a:pt x="2506281" y="247878"/>
                  </a:lnTo>
                  <a:lnTo>
                    <a:pt x="2511006" y="243255"/>
                  </a:lnTo>
                  <a:lnTo>
                    <a:pt x="2511006" y="149225"/>
                  </a:lnTo>
                  <a:close/>
                </a:path>
                <a:path w="2564129" h="382269">
                  <a:moveTo>
                    <a:pt x="2563749" y="128562"/>
                  </a:moveTo>
                  <a:lnTo>
                    <a:pt x="2559037" y="123939"/>
                  </a:lnTo>
                  <a:lnTo>
                    <a:pt x="2536825" y="123939"/>
                  </a:lnTo>
                  <a:lnTo>
                    <a:pt x="2532100" y="128562"/>
                  </a:lnTo>
                  <a:lnTo>
                    <a:pt x="2532100" y="134277"/>
                  </a:lnTo>
                  <a:lnTo>
                    <a:pt x="2532100" y="243255"/>
                  </a:lnTo>
                  <a:lnTo>
                    <a:pt x="2536825" y="247878"/>
                  </a:lnTo>
                  <a:lnTo>
                    <a:pt x="2559037" y="247878"/>
                  </a:lnTo>
                  <a:lnTo>
                    <a:pt x="2563749" y="243255"/>
                  </a:lnTo>
                  <a:lnTo>
                    <a:pt x="2563749" y="1285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325839" y="802980"/>
              <a:ext cx="179373" cy="122224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9589651" y="802909"/>
              <a:ext cx="264160" cy="134620"/>
            </a:xfrm>
            <a:custGeom>
              <a:avLst/>
              <a:gdLst/>
              <a:ahLst/>
              <a:cxnLst/>
              <a:rect l="l" t="t" r="r" b="b"/>
              <a:pathLst>
                <a:path w="264159" h="134619">
                  <a:moveTo>
                    <a:pt x="42163" y="0"/>
                  </a:moveTo>
                  <a:lnTo>
                    <a:pt x="25796" y="3237"/>
                  </a:lnTo>
                  <a:lnTo>
                    <a:pt x="12388" y="12082"/>
                  </a:lnTo>
                  <a:lnTo>
                    <a:pt x="3328" y="25231"/>
                  </a:lnTo>
                  <a:lnTo>
                    <a:pt x="0" y="41384"/>
                  </a:lnTo>
                  <a:lnTo>
                    <a:pt x="0" y="93027"/>
                  </a:lnTo>
                  <a:lnTo>
                    <a:pt x="3328" y="109180"/>
                  </a:lnTo>
                  <a:lnTo>
                    <a:pt x="12388" y="122329"/>
                  </a:lnTo>
                  <a:lnTo>
                    <a:pt x="25796" y="131174"/>
                  </a:lnTo>
                  <a:lnTo>
                    <a:pt x="42163" y="134411"/>
                  </a:lnTo>
                  <a:lnTo>
                    <a:pt x="42163" y="123941"/>
                  </a:lnTo>
                  <a:lnTo>
                    <a:pt x="29782" y="121497"/>
                  </a:lnTo>
                  <a:lnTo>
                    <a:pt x="19713" y="114847"/>
                  </a:lnTo>
                  <a:lnTo>
                    <a:pt x="12946" y="105016"/>
                  </a:lnTo>
                  <a:lnTo>
                    <a:pt x="10470" y="93027"/>
                  </a:lnTo>
                  <a:lnTo>
                    <a:pt x="10470" y="41384"/>
                  </a:lnTo>
                  <a:lnTo>
                    <a:pt x="12946" y="29395"/>
                  </a:lnTo>
                  <a:lnTo>
                    <a:pt x="19713" y="19564"/>
                  </a:lnTo>
                  <a:lnTo>
                    <a:pt x="29782" y="12914"/>
                  </a:lnTo>
                  <a:lnTo>
                    <a:pt x="42163" y="10470"/>
                  </a:lnTo>
                  <a:lnTo>
                    <a:pt x="42163" y="0"/>
                  </a:lnTo>
                  <a:close/>
                </a:path>
                <a:path w="264159" h="134619">
                  <a:moveTo>
                    <a:pt x="221527" y="123941"/>
                  </a:moveTo>
                  <a:lnTo>
                    <a:pt x="42163" y="123941"/>
                  </a:lnTo>
                  <a:lnTo>
                    <a:pt x="42163" y="134411"/>
                  </a:lnTo>
                  <a:lnTo>
                    <a:pt x="221527" y="134411"/>
                  </a:lnTo>
                  <a:lnTo>
                    <a:pt x="221527" y="123941"/>
                  </a:lnTo>
                  <a:close/>
                </a:path>
                <a:path w="264159" h="134619">
                  <a:moveTo>
                    <a:pt x="221527" y="0"/>
                  </a:moveTo>
                  <a:lnTo>
                    <a:pt x="221527" y="10470"/>
                  </a:lnTo>
                  <a:lnTo>
                    <a:pt x="233907" y="12914"/>
                  </a:lnTo>
                  <a:lnTo>
                    <a:pt x="243976" y="19564"/>
                  </a:lnTo>
                  <a:lnTo>
                    <a:pt x="250743" y="29395"/>
                  </a:lnTo>
                  <a:lnTo>
                    <a:pt x="253219" y="41384"/>
                  </a:lnTo>
                  <a:lnTo>
                    <a:pt x="253219" y="93027"/>
                  </a:lnTo>
                  <a:lnTo>
                    <a:pt x="250743" y="105016"/>
                  </a:lnTo>
                  <a:lnTo>
                    <a:pt x="243976" y="114847"/>
                  </a:lnTo>
                  <a:lnTo>
                    <a:pt x="233907" y="121497"/>
                  </a:lnTo>
                  <a:lnTo>
                    <a:pt x="221527" y="123941"/>
                  </a:lnTo>
                  <a:lnTo>
                    <a:pt x="221527" y="134411"/>
                  </a:lnTo>
                  <a:lnTo>
                    <a:pt x="237894" y="131174"/>
                  </a:lnTo>
                  <a:lnTo>
                    <a:pt x="251301" y="122329"/>
                  </a:lnTo>
                  <a:lnTo>
                    <a:pt x="260362" y="109180"/>
                  </a:lnTo>
                  <a:lnTo>
                    <a:pt x="263690" y="93027"/>
                  </a:lnTo>
                  <a:lnTo>
                    <a:pt x="263690" y="41384"/>
                  </a:lnTo>
                  <a:lnTo>
                    <a:pt x="260362" y="25231"/>
                  </a:lnTo>
                  <a:lnTo>
                    <a:pt x="251301" y="12082"/>
                  </a:lnTo>
                  <a:lnTo>
                    <a:pt x="237894" y="3237"/>
                  </a:lnTo>
                  <a:lnTo>
                    <a:pt x="221527" y="0"/>
                  </a:lnTo>
                  <a:close/>
                </a:path>
                <a:path w="264159" h="134619">
                  <a:moveTo>
                    <a:pt x="221527" y="0"/>
                  </a:moveTo>
                  <a:lnTo>
                    <a:pt x="42163" y="0"/>
                  </a:lnTo>
                  <a:lnTo>
                    <a:pt x="42163" y="10470"/>
                  </a:lnTo>
                  <a:lnTo>
                    <a:pt x="221527" y="10470"/>
                  </a:lnTo>
                  <a:lnTo>
                    <a:pt x="221527" y="0"/>
                  </a:lnTo>
                  <a:close/>
                </a:path>
              </a:pathLst>
            </a:custGeom>
            <a:solidFill>
              <a:srgbClr val="000000">
                <a:alpha val="34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9863930" y="854624"/>
              <a:ext cx="15240" cy="43815"/>
            </a:xfrm>
            <a:custGeom>
              <a:avLst/>
              <a:gdLst/>
              <a:ahLst/>
              <a:cxnLst/>
              <a:rect l="l" t="t" r="r" b="b"/>
              <a:pathLst>
                <a:path w="15240" h="43815">
                  <a:moveTo>
                    <a:pt x="0" y="0"/>
                  </a:moveTo>
                  <a:lnTo>
                    <a:pt x="0" y="43589"/>
                  </a:lnTo>
                  <a:lnTo>
                    <a:pt x="6090" y="39964"/>
                  </a:lnTo>
                  <a:lnTo>
                    <a:pt x="10755" y="34875"/>
                  </a:lnTo>
                  <a:lnTo>
                    <a:pt x="13740" y="28695"/>
                  </a:lnTo>
                  <a:lnTo>
                    <a:pt x="14792" y="21795"/>
                  </a:lnTo>
                  <a:lnTo>
                    <a:pt x="13740" y="14894"/>
                  </a:lnTo>
                  <a:lnTo>
                    <a:pt x="10755" y="8713"/>
                  </a:lnTo>
                  <a:lnTo>
                    <a:pt x="6090" y="36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3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610712" y="823636"/>
              <a:ext cx="221567" cy="92955"/>
            </a:xfrm>
            <a:prstGeom prst="rect">
              <a:avLst/>
            </a:prstGeom>
          </p:spPr>
        </p:pic>
        <p:sp>
          <p:nvSpPr>
            <p:cNvPr id="12" name="object 12" descr=""/>
            <p:cNvSpPr/>
            <p:nvPr/>
          </p:nvSpPr>
          <p:spPr>
            <a:xfrm>
              <a:off x="7455190" y="9230974"/>
              <a:ext cx="1414145" cy="52069"/>
            </a:xfrm>
            <a:custGeom>
              <a:avLst/>
              <a:gdLst/>
              <a:ahLst/>
              <a:cxnLst/>
              <a:rect l="l" t="t" r="r" b="b"/>
              <a:pathLst>
                <a:path w="1414145" h="52070">
                  <a:moveTo>
                    <a:pt x="1387432" y="0"/>
                  </a:moveTo>
                  <a:lnTo>
                    <a:pt x="26377" y="0"/>
                  </a:lnTo>
                  <a:lnTo>
                    <a:pt x="16109" y="2029"/>
                  </a:lnTo>
                  <a:lnTo>
                    <a:pt x="7725" y="7562"/>
                  </a:lnTo>
                  <a:lnTo>
                    <a:pt x="2072" y="15770"/>
                  </a:lnTo>
                  <a:lnTo>
                    <a:pt x="0" y="25821"/>
                  </a:lnTo>
                  <a:lnTo>
                    <a:pt x="2072" y="35871"/>
                  </a:lnTo>
                  <a:lnTo>
                    <a:pt x="7725" y="44079"/>
                  </a:lnTo>
                  <a:lnTo>
                    <a:pt x="16109" y="49612"/>
                  </a:lnTo>
                  <a:lnTo>
                    <a:pt x="26377" y="51642"/>
                  </a:lnTo>
                  <a:lnTo>
                    <a:pt x="1387432" y="51642"/>
                  </a:lnTo>
                  <a:lnTo>
                    <a:pt x="1397699" y="49612"/>
                  </a:lnTo>
                  <a:lnTo>
                    <a:pt x="1406083" y="44079"/>
                  </a:lnTo>
                  <a:lnTo>
                    <a:pt x="1411736" y="35871"/>
                  </a:lnTo>
                  <a:lnTo>
                    <a:pt x="1413809" y="25821"/>
                  </a:lnTo>
                  <a:lnTo>
                    <a:pt x="1411736" y="15770"/>
                  </a:lnTo>
                  <a:lnTo>
                    <a:pt x="1406083" y="7562"/>
                  </a:lnTo>
                  <a:lnTo>
                    <a:pt x="1397699" y="2029"/>
                  </a:lnTo>
                  <a:lnTo>
                    <a:pt x="138743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02139" y="1592433"/>
              <a:ext cx="2539945" cy="262623"/>
            </a:xfrm>
            <a:prstGeom prst="rect">
              <a:avLst/>
            </a:prstGeom>
          </p:spPr>
        </p:pic>
        <p:sp>
          <p:nvSpPr>
            <p:cNvPr id="14" name="object 14" descr=""/>
            <p:cNvSpPr/>
            <p:nvPr/>
          </p:nvSpPr>
          <p:spPr>
            <a:xfrm>
              <a:off x="9322841" y="1587829"/>
              <a:ext cx="675640" cy="269240"/>
            </a:xfrm>
            <a:custGeom>
              <a:avLst/>
              <a:gdLst/>
              <a:ahLst/>
              <a:cxnLst/>
              <a:rect l="l" t="t" r="r" b="b"/>
              <a:pathLst>
                <a:path w="675640" h="269239">
                  <a:moveTo>
                    <a:pt x="147853" y="77558"/>
                  </a:moveTo>
                  <a:lnTo>
                    <a:pt x="131737" y="61785"/>
                  </a:lnTo>
                  <a:lnTo>
                    <a:pt x="128562" y="62090"/>
                  </a:lnTo>
                  <a:lnTo>
                    <a:pt x="122745" y="64465"/>
                  </a:lnTo>
                  <a:lnTo>
                    <a:pt x="120307" y="66421"/>
                  </a:lnTo>
                  <a:lnTo>
                    <a:pt x="116814" y="71551"/>
                  </a:lnTo>
                  <a:lnTo>
                    <a:pt x="115900" y="74510"/>
                  </a:lnTo>
                  <a:lnTo>
                    <a:pt x="115900" y="81686"/>
                  </a:lnTo>
                  <a:lnTo>
                    <a:pt x="117563" y="85623"/>
                  </a:lnTo>
                  <a:lnTo>
                    <a:pt x="123507" y="91440"/>
                  </a:lnTo>
                  <a:lnTo>
                    <a:pt x="127520" y="93065"/>
                  </a:lnTo>
                  <a:lnTo>
                    <a:pt x="134861" y="93065"/>
                  </a:lnTo>
                  <a:lnTo>
                    <a:pt x="147853" y="77558"/>
                  </a:lnTo>
                  <a:close/>
                </a:path>
                <a:path w="675640" h="269239">
                  <a:moveTo>
                    <a:pt x="158102" y="193624"/>
                  </a:moveTo>
                  <a:lnTo>
                    <a:pt x="156984" y="190982"/>
                  </a:lnTo>
                  <a:lnTo>
                    <a:pt x="153035" y="187109"/>
                  </a:lnTo>
                  <a:lnTo>
                    <a:pt x="150342" y="186029"/>
                  </a:lnTo>
                  <a:lnTo>
                    <a:pt x="147548" y="186029"/>
                  </a:lnTo>
                  <a:lnTo>
                    <a:pt x="147523" y="128854"/>
                  </a:lnTo>
                  <a:lnTo>
                    <a:pt x="145326" y="123659"/>
                  </a:lnTo>
                  <a:lnTo>
                    <a:pt x="137414" y="115912"/>
                  </a:lnTo>
                  <a:lnTo>
                    <a:pt x="132041" y="113728"/>
                  </a:lnTo>
                  <a:lnTo>
                    <a:pt x="123647" y="113728"/>
                  </a:lnTo>
                  <a:lnTo>
                    <a:pt x="120954" y="114808"/>
                  </a:lnTo>
                  <a:lnTo>
                    <a:pt x="117005" y="118681"/>
                  </a:lnTo>
                  <a:lnTo>
                    <a:pt x="115938" y="121221"/>
                  </a:lnTo>
                  <a:lnTo>
                    <a:pt x="115900" y="126796"/>
                  </a:lnTo>
                  <a:lnTo>
                    <a:pt x="117005" y="129425"/>
                  </a:lnTo>
                  <a:lnTo>
                    <a:pt x="120954" y="133299"/>
                  </a:lnTo>
                  <a:lnTo>
                    <a:pt x="123647" y="134391"/>
                  </a:lnTo>
                  <a:lnTo>
                    <a:pt x="126441" y="134391"/>
                  </a:lnTo>
                  <a:lnTo>
                    <a:pt x="126555" y="191744"/>
                  </a:lnTo>
                  <a:lnTo>
                    <a:pt x="128676" y="196761"/>
                  </a:lnTo>
                  <a:lnTo>
                    <a:pt x="136588" y="204508"/>
                  </a:lnTo>
                  <a:lnTo>
                    <a:pt x="141960" y="206679"/>
                  </a:lnTo>
                  <a:lnTo>
                    <a:pt x="150342" y="206679"/>
                  </a:lnTo>
                  <a:lnTo>
                    <a:pt x="153035" y="205600"/>
                  </a:lnTo>
                  <a:lnTo>
                    <a:pt x="156984" y="201726"/>
                  </a:lnTo>
                  <a:lnTo>
                    <a:pt x="158102" y="199097"/>
                  </a:lnTo>
                  <a:lnTo>
                    <a:pt x="158102" y="193624"/>
                  </a:lnTo>
                  <a:close/>
                </a:path>
                <a:path w="675640" h="269239">
                  <a:moveTo>
                    <a:pt x="274154" y="134391"/>
                  </a:moveTo>
                  <a:lnTo>
                    <a:pt x="271475" y="108077"/>
                  </a:lnTo>
                  <a:lnTo>
                    <a:pt x="263664" y="83007"/>
                  </a:lnTo>
                  <a:lnTo>
                    <a:pt x="253060" y="63588"/>
                  </a:lnTo>
                  <a:lnTo>
                    <a:pt x="253060" y="134391"/>
                  </a:lnTo>
                  <a:lnTo>
                    <a:pt x="250786" y="156641"/>
                  </a:lnTo>
                  <a:lnTo>
                    <a:pt x="233514" y="197383"/>
                  </a:lnTo>
                  <a:lnTo>
                    <a:pt x="201358" y="228879"/>
                  </a:lnTo>
                  <a:lnTo>
                    <a:pt x="159727" y="245770"/>
                  </a:lnTo>
                  <a:lnTo>
                    <a:pt x="136994" y="247992"/>
                  </a:lnTo>
                  <a:lnTo>
                    <a:pt x="119926" y="246761"/>
                  </a:lnTo>
                  <a:lnTo>
                    <a:pt x="72517" y="228854"/>
                  </a:lnTo>
                  <a:lnTo>
                    <a:pt x="37477" y="192836"/>
                  </a:lnTo>
                  <a:lnTo>
                    <a:pt x="21501" y="145529"/>
                  </a:lnTo>
                  <a:lnTo>
                    <a:pt x="21069" y="128854"/>
                  </a:lnTo>
                  <a:lnTo>
                    <a:pt x="23164" y="112217"/>
                  </a:lnTo>
                  <a:lnTo>
                    <a:pt x="43751" y="66738"/>
                  </a:lnTo>
                  <a:lnTo>
                    <a:pt x="82283" y="34188"/>
                  </a:lnTo>
                  <a:lnTo>
                    <a:pt x="131343" y="20904"/>
                  </a:lnTo>
                  <a:lnTo>
                    <a:pt x="148374" y="21323"/>
                  </a:lnTo>
                  <a:lnTo>
                    <a:pt x="196710" y="36957"/>
                  </a:lnTo>
                  <a:lnTo>
                    <a:pt x="233489" y="71272"/>
                  </a:lnTo>
                  <a:lnTo>
                    <a:pt x="251790" y="117665"/>
                  </a:lnTo>
                  <a:lnTo>
                    <a:pt x="253060" y="134391"/>
                  </a:lnTo>
                  <a:lnTo>
                    <a:pt x="253060" y="63588"/>
                  </a:lnTo>
                  <a:lnTo>
                    <a:pt x="213055" y="22720"/>
                  </a:lnTo>
                  <a:lnTo>
                    <a:pt x="163868" y="2743"/>
                  </a:lnTo>
                  <a:lnTo>
                    <a:pt x="136994" y="114"/>
                  </a:lnTo>
                  <a:lnTo>
                    <a:pt x="116814" y="1574"/>
                  </a:lnTo>
                  <a:lnTo>
                    <a:pt x="78397" y="12979"/>
                  </a:lnTo>
                  <a:lnTo>
                    <a:pt x="44843" y="34937"/>
                  </a:lnTo>
                  <a:lnTo>
                    <a:pt x="19380" y="65316"/>
                  </a:lnTo>
                  <a:lnTo>
                    <a:pt x="3937" y="101815"/>
                  </a:lnTo>
                  <a:lnTo>
                    <a:pt x="0" y="140919"/>
                  </a:lnTo>
                  <a:lnTo>
                    <a:pt x="2476" y="160578"/>
                  </a:lnTo>
                  <a:lnTo>
                    <a:pt x="16027" y="197675"/>
                  </a:lnTo>
                  <a:lnTo>
                    <a:pt x="40017" y="229323"/>
                  </a:lnTo>
                  <a:lnTo>
                    <a:pt x="72339" y="252793"/>
                  </a:lnTo>
                  <a:lnTo>
                    <a:pt x="110236" y="266077"/>
                  </a:lnTo>
                  <a:lnTo>
                    <a:pt x="130327" y="268490"/>
                  </a:lnTo>
                  <a:lnTo>
                    <a:pt x="150444" y="268008"/>
                  </a:lnTo>
                  <a:lnTo>
                    <a:pt x="170268" y="264642"/>
                  </a:lnTo>
                  <a:lnTo>
                    <a:pt x="189484" y="258432"/>
                  </a:lnTo>
                  <a:lnTo>
                    <a:pt x="207556" y="249516"/>
                  </a:lnTo>
                  <a:lnTo>
                    <a:pt x="209765" y="247992"/>
                  </a:lnTo>
                  <a:lnTo>
                    <a:pt x="224015" y="238175"/>
                  </a:lnTo>
                  <a:lnTo>
                    <a:pt x="251040" y="208978"/>
                  </a:lnTo>
                  <a:lnTo>
                    <a:pt x="268249" y="173367"/>
                  </a:lnTo>
                  <a:lnTo>
                    <a:pt x="272669" y="154139"/>
                  </a:lnTo>
                  <a:lnTo>
                    <a:pt x="274154" y="134391"/>
                  </a:lnTo>
                  <a:close/>
                </a:path>
                <a:path w="675640" h="269239">
                  <a:moveTo>
                    <a:pt x="590677" y="134340"/>
                  </a:moveTo>
                  <a:lnTo>
                    <a:pt x="573544" y="92278"/>
                  </a:lnTo>
                  <a:lnTo>
                    <a:pt x="569582" y="88557"/>
                  </a:lnTo>
                  <a:lnTo>
                    <a:pt x="569582" y="126212"/>
                  </a:lnTo>
                  <a:lnTo>
                    <a:pt x="569569" y="134454"/>
                  </a:lnTo>
                  <a:lnTo>
                    <a:pt x="550786" y="168757"/>
                  </a:lnTo>
                  <a:lnTo>
                    <a:pt x="527380" y="175704"/>
                  </a:lnTo>
                  <a:lnTo>
                    <a:pt x="519036" y="175704"/>
                  </a:lnTo>
                  <a:lnTo>
                    <a:pt x="485190" y="142646"/>
                  </a:lnTo>
                  <a:lnTo>
                    <a:pt x="484365" y="134340"/>
                  </a:lnTo>
                  <a:lnTo>
                    <a:pt x="487616" y="118313"/>
                  </a:lnTo>
                  <a:lnTo>
                    <a:pt x="491629" y="110947"/>
                  </a:lnTo>
                  <a:lnTo>
                    <a:pt x="503440" y="99390"/>
                  </a:lnTo>
                  <a:lnTo>
                    <a:pt x="510959" y="95453"/>
                  </a:lnTo>
                  <a:lnTo>
                    <a:pt x="527329" y="92278"/>
                  </a:lnTo>
                  <a:lnTo>
                    <a:pt x="535813" y="93091"/>
                  </a:lnTo>
                  <a:lnTo>
                    <a:pt x="551243" y="99339"/>
                  </a:lnTo>
                  <a:lnTo>
                    <a:pt x="557822" y="104635"/>
                  </a:lnTo>
                  <a:lnTo>
                    <a:pt x="567105" y="118237"/>
                  </a:lnTo>
                  <a:lnTo>
                    <a:pt x="569582" y="126212"/>
                  </a:lnTo>
                  <a:lnTo>
                    <a:pt x="569582" y="88557"/>
                  </a:lnTo>
                  <a:lnTo>
                    <a:pt x="562483" y="82842"/>
                  </a:lnTo>
                  <a:lnTo>
                    <a:pt x="551599" y="77152"/>
                  </a:lnTo>
                  <a:lnTo>
                    <a:pt x="539775" y="73634"/>
                  </a:lnTo>
                  <a:lnTo>
                    <a:pt x="527380" y="72415"/>
                  </a:lnTo>
                  <a:lnTo>
                    <a:pt x="518058" y="73088"/>
                  </a:lnTo>
                  <a:lnTo>
                    <a:pt x="478447" y="95072"/>
                  </a:lnTo>
                  <a:lnTo>
                    <a:pt x="464146" y="137401"/>
                  </a:lnTo>
                  <a:lnTo>
                    <a:pt x="465289" y="146481"/>
                  </a:lnTo>
                  <a:lnTo>
                    <a:pt x="489686" y="184175"/>
                  </a:lnTo>
                  <a:lnTo>
                    <a:pt x="524294" y="196278"/>
                  </a:lnTo>
                  <a:lnTo>
                    <a:pt x="533577" y="196049"/>
                  </a:lnTo>
                  <a:lnTo>
                    <a:pt x="574268" y="176022"/>
                  </a:lnTo>
                  <a:lnTo>
                    <a:pt x="589978" y="143573"/>
                  </a:lnTo>
                  <a:lnTo>
                    <a:pt x="590677" y="134340"/>
                  </a:lnTo>
                  <a:close/>
                </a:path>
                <a:path w="675640" h="269239">
                  <a:moveTo>
                    <a:pt x="675081" y="134340"/>
                  </a:moveTo>
                  <a:lnTo>
                    <a:pt x="653973" y="93179"/>
                  </a:lnTo>
                  <a:lnTo>
                    <a:pt x="653973" y="134340"/>
                  </a:lnTo>
                  <a:lnTo>
                    <a:pt x="653605" y="143573"/>
                  </a:lnTo>
                  <a:lnTo>
                    <a:pt x="652526" y="152615"/>
                  </a:lnTo>
                  <a:lnTo>
                    <a:pt x="613257" y="174510"/>
                  </a:lnTo>
                  <a:lnTo>
                    <a:pt x="611886" y="175856"/>
                  </a:lnTo>
                  <a:lnTo>
                    <a:pt x="609384" y="180136"/>
                  </a:lnTo>
                  <a:lnTo>
                    <a:pt x="607517" y="183045"/>
                  </a:lnTo>
                  <a:lnTo>
                    <a:pt x="606958" y="184937"/>
                  </a:lnTo>
                  <a:lnTo>
                    <a:pt x="606755" y="228485"/>
                  </a:lnTo>
                  <a:lnTo>
                    <a:pt x="573290" y="246951"/>
                  </a:lnTo>
                  <a:lnTo>
                    <a:pt x="570826" y="245618"/>
                  </a:lnTo>
                  <a:lnTo>
                    <a:pt x="533704" y="225361"/>
                  </a:lnTo>
                  <a:lnTo>
                    <a:pt x="531977" y="224929"/>
                  </a:lnTo>
                  <a:lnTo>
                    <a:pt x="530136" y="224929"/>
                  </a:lnTo>
                  <a:lnTo>
                    <a:pt x="525081" y="224929"/>
                  </a:lnTo>
                  <a:lnTo>
                    <a:pt x="523201" y="224878"/>
                  </a:lnTo>
                  <a:lnTo>
                    <a:pt x="521335" y="225323"/>
                  </a:lnTo>
                  <a:lnTo>
                    <a:pt x="519671" y="226212"/>
                  </a:lnTo>
                  <a:lnTo>
                    <a:pt x="481634" y="247002"/>
                  </a:lnTo>
                  <a:lnTo>
                    <a:pt x="472732" y="243357"/>
                  </a:lnTo>
                  <a:lnTo>
                    <a:pt x="464146" y="239064"/>
                  </a:lnTo>
                  <a:lnTo>
                    <a:pt x="455917" y="234149"/>
                  </a:lnTo>
                  <a:lnTo>
                    <a:pt x="448081" y="228638"/>
                  </a:lnTo>
                  <a:lnTo>
                    <a:pt x="447967" y="194500"/>
                  </a:lnTo>
                  <a:lnTo>
                    <a:pt x="447878" y="184937"/>
                  </a:lnTo>
                  <a:lnTo>
                    <a:pt x="447382" y="183248"/>
                  </a:lnTo>
                  <a:lnTo>
                    <a:pt x="444715" y="179019"/>
                  </a:lnTo>
                  <a:lnTo>
                    <a:pt x="443966" y="177660"/>
                  </a:lnTo>
                  <a:lnTo>
                    <a:pt x="443026" y="176022"/>
                  </a:lnTo>
                  <a:lnTo>
                    <a:pt x="441667" y="174650"/>
                  </a:lnTo>
                  <a:lnTo>
                    <a:pt x="440004" y="173710"/>
                  </a:lnTo>
                  <a:lnTo>
                    <a:pt x="402285" y="152679"/>
                  </a:lnTo>
                  <a:lnTo>
                    <a:pt x="401193" y="143573"/>
                  </a:lnTo>
                  <a:lnTo>
                    <a:pt x="400824" y="134340"/>
                  </a:lnTo>
                  <a:lnTo>
                    <a:pt x="401205" y="125196"/>
                  </a:lnTo>
                  <a:lnTo>
                    <a:pt x="402285" y="116192"/>
                  </a:lnTo>
                  <a:lnTo>
                    <a:pt x="441540" y="94259"/>
                  </a:lnTo>
                  <a:lnTo>
                    <a:pt x="442912" y="92913"/>
                  </a:lnTo>
                  <a:lnTo>
                    <a:pt x="445541" y="88442"/>
                  </a:lnTo>
                  <a:lnTo>
                    <a:pt x="447281" y="85725"/>
                  </a:lnTo>
                  <a:lnTo>
                    <a:pt x="447840" y="83832"/>
                  </a:lnTo>
                  <a:lnTo>
                    <a:pt x="448043" y="40284"/>
                  </a:lnTo>
                  <a:lnTo>
                    <a:pt x="481507" y="21818"/>
                  </a:lnTo>
                  <a:lnTo>
                    <a:pt x="521119" y="43459"/>
                  </a:lnTo>
                  <a:lnTo>
                    <a:pt x="522986" y="43903"/>
                  </a:lnTo>
                  <a:lnTo>
                    <a:pt x="524865" y="43853"/>
                  </a:lnTo>
                  <a:lnTo>
                    <a:pt x="529666" y="43853"/>
                  </a:lnTo>
                  <a:lnTo>
                    <a:pt x="531558" y="43891"/>
                  </a:lnTo>
                  <a:lnTo>
                    <a:pt x="531723" y="43853"/>
                  </a:lnTo>
                  <a:lnTo>
                    <a:pt x="533425" y="43446"/>
                  </a:lnTo>
                  <a:lnTo>
                    <a:pt x="535076" y="42557"/>
                  </a:lnTo>
                  <a:lnTo>
                    <a:pt x="570560" y="23164"/>
                  </a:lnTo>
                  <a:lnTo>
                    <a:pt x="573112" y="21767"/>
                  </a:lnTo>
                  <a:lnTo>
                    <a:pt x="582015" y="25412"/>
                  </a:lnTo>
                  <a:lnTo>
                    <a:pt x="590600" y="29705"/>
                  </a:lnTo>
                  <a:lnTo>
                    <a:pt x="598830" y="34620"/>
                  </a:lnTo>
                  <a:lnTo>
                    <a:pt x="606666" y="40144"/>
                  </a:lnTo>
                  <a:lnTo>
                    <a:pt x="606780" y="72415"/>
                  </a:lnTo>
                  <a:lnTo>
                    <a:pt x="606869" y="83832"/>
                  </a:lnTo>
                  <a:lnTo>
                    <a:pt x="607377" y="85521"/>
                  </a:lnTo>
                  <a:lnTo>
                    <a:pt x="610044" y="89738"/>
                  </a:lnTo>
                  <a:lnTo>
                    <a:pt x="610793" y="91109"/>
                  </a:lnTo>
                  <a:lnTo>
                    <a:pt x="611733" y="92748"/>
                  </a:lnTo>
                  <a:lnTo>
                    <a:pt x="613092" y="94119"/>
                  </a:lnTo>
                  <a:lnTo>
                    <a:pt x="652462" y="116090"/>
                  </a:lnTo>
                  <a:lnTo>
                    <a:pt x="653592" y="125298"/>
                  </a:lnTo>
                  <a:lnTo>
                    <a:pt x="653973" y="134340"/>
                  </a:lnTo>
                  <a:lnTo>
                    <a:pt x="653973" y="93179"/>
                  </a:lnTo>
                  <a:lnTo>
                    <a:pt x="627900" y="78625"/>
                  </a:lnTo>
                  <a:lnTo>
                    <a:pt x="627735" y="33731"/>
                  </a:lnTo>
                  <a:lnTo>
                    <a:pt x="616546" y="21767"/>
                  </a:lnTo>
                  <a:lnTo>
                    <a:pt x="612914" y="19037"/>
                  </a:lnTo>
                  <a:lnTo>
                    <a:pt x="575589" y="685"/>
                  </a:lnTo>
                  <a:lnTo>
                    <a:pt x="572706" y="50"/>
                  </a:lnTo>
                  <a:lnTo>
                    <a:pt x="569772" y="317"/>
                  </a:lnTo>
                  <a:lnTo>
                    <a:pt x="568350" y="749"/>
                  </a:lnTo>
                  <a:lnTo>
                    <a:pt x="527380" y="23164"/>
                  </a:lnTo>
                  <a:lnTo>
                    <a:pt x="524929" y="21818"/>
                  </a:lnTo>
                  <a:lnTo>
                    <a:pt x="486308" y="685"/>
                  </a:lnTo>
                  <a:lnTo>
                    <a:pt x="484936" y="266"/>
                  </a:lnTo>
                  <a:lnTo>
                    <a:pt x="482003" y="0"/>
                  </a:lnTo>
                  <a:lnTo>
                    <a:pt x="480517" y="165"/>
                  </a:lnTo>
                  <a:lnTo>
                    <a:pt x="441820" y="19062"/>
                  </a:lnTo>
                  <a:lnTo>
                    <a:pt x="426821" y="78701"/>
                  </a:lnTo>
                  <a:lnTo>
                    <a:pt x="386156" y="101384"/>
                  </a:lnTo>
                  <a:lnTo>
                    <a:pt x="379641" y="134454"/>
                  </a:lnTo>
                  <a:lnTo>
                    <a:pt x="380314" y="147916"/>
                  </a:lnTo>
                  <a:lnTo>
                    <a:pt x="426821" y="190195"/>
                  </a:lnTo>
                  <a:lnTo>
                    <a:pt x="426974" y="235102"/>
                  </a:lnTo>
                  <a:lnTo>
                    <a:pt x="466090" y="263182"/>
                  </a:lnTo>
                  <a:lnTo>
                    <a:pt x="482003" y="268770"/>
                  </a:lnTo>
                  <a:lnTo>
                    <a:pt x="484936" y="268516"/>
                  </a:lnTo>
                  <a:lnTo>
                    <a:pt x="486371" y="268071"/>
                  </a:lnTo>
                  <a:lnTo>
                    <a:pt x="524827" y="247002"/>
                  </a:lnTo>
                  <a:lnTo>
                    <a:pt x="527380" y="245618"/>
                  </a:lnTo>
                  <a:lnTo>
                    <a:pt x="568667" y="268224"/>
                  </a:lnTo>
                  <a:lnTo>
                    <a:pt x="570445" y="268668"/>
                  </a:lnTo>
                  <a:lnTo>
                    <a:pt x="573405" y="268655"/>
                  </a:lnTo>
                  <a:lnTo>
                    <a:pt x="612927" y="249694"/>
                  </a:lnTo>
                  <a:lnTo>
                    <a:pt x="616572" y="246951"/>
                  </a:lnTo>
                  <a:lnTo>
                    <a:pt x="624014" y="241350"/>
                  </a:lnTo>
                  <a:lnTo>
                    <a:pt x="627938" y="190068"/>
                  </a:lnTo>
                  <a:lnTo>
                    <a:pt x="668604" y="167386"/>
                  </a:lnTo>
                  <a:lnTo>
                    <a:pt x="674408" y="147916"/>
                  </a:lnTo>
                  <a:lnTo>
                    <a:pt x="675081" y="134340"/>
                  </a:lnTo>
                  <a:close/>
                </a:path>
              </a:pathLst>
            </a:custGeom>
            <a:solidFill>
              <a:srgbClr val="34333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370029" y="3186278"/>
              <a:ext cx="2736078" cy="274849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315342" y="2189570"/>
              <a:ext cx="2893245" cy="624043"/>
            </a:xfrm>
            <a:prstGeom prst="rect">
              <a:avLst/>
            </a:prstGeom>
          </p:spPr>
        </p:pic>
        <p:sp>
          <p:nvSpPr>
            <p:cNvPr id="17" name="object 17" descr=""/>
            <p:cNvSpPr/>
            <p:nvPr/>
          </p:nvSpPr>
          <p:spPr>
            <a:xfrm>
              <a:off x="6336804" y="3674283"/>
              <a:ext cx="3619500" cy="330835"/>
            </a:xfrm>
            <a:custGeom>
              <a:avLst/>
              <a:gdLst/>
              <a:ahLst/>
              <a:cxnLst/>
              <a:rect l="l" t="t" r="r" b="b"/>
              <a:pathLst>
                <a:path w="3619500" h="330835">
                  <a:moveTo>
                    <a:pt x="3534523" y="0"/>
                  </a:moveTo>
                  <a:lnTo>
                    <a:pt x="84406" y="0"/>
                  </a:lnTo>
                  <a:lnTo>
                    <a:pt x="51551" y="6493"/>
                  </a:lnTo>
                  <a:lnTo>
                    <a:pt x="24722" y="24201"/>
                  </a:lnTo>
                  <a:lnTo>
                    <a:pt x="6633" y="50465"/>
                  </a:lnTo>
                  <a:lnTo>
                    <a:pt x="0" y="82627"/>
                  </a:lnTo>
                  <a:lnTo>
                    <a:pt x="0" y="247882"/>
                  </a:lnTo>
                  <a:lnTo>
                    <a:pt x="6633" y="280044"/>
                  </a:lnTo>
                  <a:lnTo>
                    <a:pt x="24722" y="306308"/>
                  </a:lnTo>
                  <a:lnTo>
                    <a:pt x="51551" y="324016"/>
                  </a:lnTo>
                  <a:lnTo>
                    <a:pt x="84406" y="330509"/>
                  </a:lnTo>
                  <a:lnTo>
                    <a:pt x="3534523" y="330509"/>
                  </a:lnTo>
                  <a:lnTo>
                    <a:pt x="3567378" y="324016"/>
                  </a:lnTo>
                  <a:lnTo>
                    <a:pt x="3594207" y="306308"/>
                  </a:lnTo>
                  <a:lnTo>
                    <a:pt x="3612296" y="280044"/>
                  </a:lnTo>
                  <a:lnTo>
                    <a:pt x="3618929" y="247882"/>
                  </a:lnTo>
                  <a:lnTo>
                    <a:pt x="3618929" y="82627"/>
                  </a:lnTo>
                  <a:lnTo>
                    <a:pt x="3612296" y="50465"/>
                  </a:lnTo>
                  <a:lnTo>
                    <a:pt x="3594207" y="24201"/>
                  </a:lnTo>
                  <a:lnTo>
                    <a:pt x="3567378" y="6493"/>
                  </a:lnTo>
                  <a:lnTo>
                    <a:pt x="3534523" y="0"/>
                  </a:lnTo>
                  <a:close/>
                </a:path>
              </a:pathLst>
            </a:custGeom>
            <a:solidFill>
              <a:srgbClr val="767680">
                <a:alpha val="11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7236663" y="3757066"/>
              <a:ext cx="5715" cy="165100"/>
            </a:xfrm>
            <a:custGeom>
              <a:avLst/>
              <a:gdLst/>
              <a:ahLst/>
              <a:cxnLst/>
              <a:rect l="l" t="t" r="r" b="b"/>
              <a:pathLst>
                <a:path w="5715" h="165100">
                  <a:moveTo>
                    <a:pt x="5143" y="1270"/>
                  </a:moveTo>
                  <a:lnTo>
                    <a:pt x="4800" y="1270"/>
                  </a:lnTo>
                  <a:lnTo>
                    <a:pt x="4800" y="0"/>
                  </a:lnTo>
                  <a:lnTo>
                    <a:pt x="342" y="0"/>
                  </a:lnTo>
                  <a:lnTo>
                    <a:pt x="342" y="1270"/>
                  </a:lnTo>
                  <a:lnTo>
                    <a:pt x="0" y="1270"/>
                  </a:lnTo>
                  <a:lnTo>
                    <a:pt x="0" y="2540"/>
                  </a:lnTo>
                  <a:lnTo>
                    <a:pt x="0" y="163830"/>
                  </a:lnTo>
                  <a:lnTo>
                    <a:pt x="508" y="163830"/>
                  </a:lnTo>
                  <a:lnTo>
                    <a:pt x="508" y="165100"/>
                  </a:lnTo>
                  <a:lnTo>
                    <a:pt x="4635" y="165100"/>
                  </a:lnTo>
                  <a:lnTo>
                    <a:pt x="4635" y="163830"/>
                  </a:lnTo>
                  <a:lnTo>
                    <a:pt x="5143" y="163830"/>
                  </a:lnTo>
                  <a:lnTo>
                    <a:pt x="5143" y="2540"/>
                  </a:lnTo>
                  <a:lnTo>
                    <a:pt x="5143" y="1270"/>
                  </a:lnTo>
                  <a:close/>
                </a:path>
              </a:pathLst>
            </a:custGeom>
            <a:solidFill>
              <a:srgbClr val="3C3C43">
                <a:alpha val="35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686864" y="3792193"/>
              <a:ext cx="239536" cy="98987"/>
            </a:xfrm>
            <a:prstGeom prst="rect">
              <a:avLst/>
            </a:prstGeom>
          </p:spPr>
        </p:pic>
        <p:sp>
          <p:nvSpPr>
            <p:cNvPr id="20" name="object 20" descr=""/>
            <p:cNvSpPr/>
            <p:nvPr/>
          </p:nvSpPr>
          <p:spPr>
            <a:xfrm>
              <a:off x="8130845" y="3757066"/>
              <a:ext cx="5715" cy="165100"/>
            </a:xfrm>
            <a:custGeom>
              <a:avLst/>
              <a:gdLst/>
              <a:ahLst/>
              <a:cxnLst/>
              <a:rect l="l" t="t" r="r" b="b"/>
              <a:pathLst>
                <a:path w="5715" h="165100">
                  <a:moveTo>
                    <a:pt x="5143" y="1270"/>
                  </a:moveTo>
                  <a:lnTo>
                    <a:pt x="4800" y="1270"/>
                  </a:lnTo>
                  <a:lnTo>
                    <a:pt x="4800" y="0"/>
                  </a:lnTo>
                  <a:lnTo>
                    <a:pt x="342" y="0"/>
                  </a:lnTo>
                  <a:lnTo>
                    <a:pt x="342" y="1270"/>
                  </a:lnTo>
                  <a:lnTo>
                    <a:pt x="0" y="1270"/>
                  </a:lnTo>
                  <a:lnTo>
                    <a:pt x="0" y="2540"/>
                  </a:lnTo>
                  <a:lnTo>
                    <a:pt x="0" y="163830"/>
                  </a:lnTo>
                  <a:lnTo>
                    <a:pt x="508" y="163830"/>
                  </a:lnTo>
                  <a:lnTo>
                    <a:pt x="508" y="165100"/>
                  </a:lnTo>
                  <a:lnTo>
                    <a:pt x="4635" y="165100"/>
                  </a:lnTo>
                  <a:lnTo>
                    <a:pt x="4635" y="163830"/>
                  </a:lnTo>
                  <a:lnTo>
                    <a:pt x="5143" y="163830"/>
                  </a:lnTo>
                  <a:lnTo>
                    <a:pt x="5143" y="2540"/>
                  </a:lnTo>
                  <a:lnTo>
                    <a:pt x="5143" y="1270"/>
                  </a:lnTo>
                  <a:close/>
                </a:path>
              </a:pathLst>
            </a:custGeom>
            <a:solidFill>
              <a:srgbClr val="3C3C43">
                <a:alpha val="35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578899" y="3792193"/>
              <a:ext cx="243903" cy="100320"/>
            </a:xfrm>
            <a:prstGeom prst="rect">
              <a:avLst/>
            </a:prstGeom>
          </p:spPr>
        </p:pic>
        <p:pic>
          <p:nvPicPr>
            <p:cNvPr id="22" name="object 22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470547" y="3792193"/>
              <a:ext cx="248587" cy="100320"/>
            </a:xfrm>
            <a:prstGeom prst="rect">
              <a:avLst/>
            </a:prstGeom>
          </p:spPr>
        </p:pic>
        <p:pic>
          <p:nvPicPr>
            <p:cNvPr id="23" name="object 23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024724" y="3710681"/>
              <a:ext cx="925634" cy="320563"/>
            </a:xfrm>
            <a:prstGeom prst="rect">
              <a:avLst/>
            </a:prstGeom>
          </p:spPr>
        </p:pic>
        <p:pic>
          <p:nvPicPr>
            <p:cNvPr id="24" name="object 24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951428" y="3637385"/>
              <a:ext cx="1072226" cy="467155"/>
            </a:xfrm>
            <a:prstGeom prst="rect">
              <a:avLst/>
            </a:prstGeom>
          </p:spPr>
        </p:pic>
        <p:sp>
          <p:nvSpPr>
            <p:cNvPr id="25" name="object 25" descr=""/>
            <p:cNvSpPr/>
            <p:nvPr/>
          </p:nvSpPr>
          <p:spPr>
            <a:xfrm>
              <a:off x="9040450" y="3694939"/>
              <a:ext cx="894715" cy="289560"/>
            </a:xfrm>
            <a:custGeom>
              <a:avLst/>
              <a:gdLst/>
              <a:ahLst/>
              <a:cxnLst/>
              <a:rect l="l" t="t" r="r" b="b"/>
              <a:pathLst>
                <a:path w="894715" h="289560">
                  <a:moveTo>
                    <a:pt x="820325" y="0"/>
                  </a:moveTo>
                  <a:lnTo>
                    <a:pt x="73855" y="0"/>
                  </a:lnTo>
                  <a:lnTo>
                    <a:pt x="45107" y="5681"/>
                  </a:lnTo>
                  <a:lnTo>
                    <a:pt x="21631" y="21175"/>
                  </a:lnTo>
                  <a:lnTo>
                    <a:pt x="5803" y="44156"/>
                  </a:lnTo>
                  <a:lnTo>
                    <a:pt x="0" y="72298"/>
                  </a:lnTo>
                  <a:lnTo>
                    <a:pt x="0" y="216921"/>
                  </a:lnTo>
                  <a:lnTo>
                    <a:pt x="5803" y="245063"/>
                  </a:lnTo>
                  <a:lnTo>
                    <a:pt x="21631" y="268044"/>
                  </a:lnTo>
                  <a:lnTo>
                    <a:pt x="45107" y="283539"/>
                  </a:lnTo>
                  <a:lnTo>
                    <a:pt x="73855" y="289220"/>
                  </a:lnTo>
                  <a:lnTo>
                    <a:pt x="820325" y="289220"/>
                  </a:lnTo>
                  <a:lnTo>
                    <a:pt x="849073" y="283539"/>
                  </a:lnTo>
                  <a:lnTo>
                    <a:pt x="872549" y="268044"/>
                  </a:lnTo>
                  <a:lnTo>
                    <a:pt x="888377" y="245063"/>
                  </a:lnTo>
                  <a:lnTo>
                    <a:pt x="894181" y="216921"/>
                  </a:lnTo>
                  <a:lnTo>
                    <a:pt x="894181" y="72298"/>
                  </a:lnTo>
                  <a:lnTo>
                    <a:pt x="888377" y="44156"/>
                  </a:lnTo>
                  <a:lnTo>
                    <a:pt x="872549" y="21175"/>
                  </a:lnTo>
                  <a:lnTo>
                    <a:pt x="849073" y="5681"/>
                  </a:lnTo>
                  <a:lnTo>
                    <a:pt x="8203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9035195" y="3689739"/>
              <a:ext cx="904875" cy="299720"/>
            </a:xfrm>
            <a:custGeom>
              <a:avLst/>
              <a:gdLst/>
              <a:ahLst/>
              <a:cxnLst/>
              <a:rect l="l" t="t" r="r" b="b"/>
              <a:pathLst>
                <a:path w="904875" h="299720">
                  <a:moveTo>
                    <a:pt x="79111" y="0"/>
                  </a:moveTo>
                  <a:lnTo>
                    <a:pt x="48339" y="6082"/>
                  </a:lnTo>
                  <a:lnTo>
                    <a:pt x="23190" y="22679"/>
                  </a:lnTo>
                  <a:lnTo>
                    <a:pt x="6224" y="47310"/>
                  </a:lnTo>
                  <a:lnTo>
                    <a:pt x="0" y="77498"/>
                  </a:lnTo>
                  <a:lnTo>
                    <a:pt x="0" y="222121"/>
                  </a:lnTo>
                  <a:lnTo>
                    <a:pt x="6224" y="252309"/>
                  </a:lnTo>
                  <a:lnTo>
                    <a:pt x="23190" y="276941"/>
                  </a:lnTo>
                  <a:lnTo>
                    <a:pt x="48339" y="293537"/>
                  </a:lnTo>
                  <a:lnTo>
                    <a:pt x="79111" y="299620"/>
                  </a:lnTo>
                  <a:lnTo>
                    <a:pt x="79111" y="294384"/>
                  </a:lnTo>
                  <a:lnTo>
                    <a:pt x="50333" y="288698"/>
                  </a:lnTo>
                  <a:lnTo>
                    <a:pt x="26853" y="273199"/>
                  </a:lnTo>
                  <a:lnTo>
                    <a:pt x="11033" y="250227"/>
                  </a:lnTo>
                  <a:lnTo>
                    <a:pt x="5235" y="222121"/>
                  </a:lnTo>
                  <a:lnTo>
                    <a:pt x="5235" y="77498"/>
                  </a:lnTo>
                  <a:lnTo>
                    <a:pt x="11033" y="49392"/>
                  </a:lnTo>
                  <a:lnTo>
                    <a:pt x="26853" y="26420"/>
                  </a:lnTo>
                  <a:lnTo>
                    <a:pt x="50333" y="10921"/>
                  </a:lnTo>
                  <a:lnTo>
                    <a:pt x="79111" y="5235"/>
                  </a:lnTo>
                  <a:lnTo>
                    <a:pt x="79111" y="0"/>
                  </a:lnTo>
                  <a:close/>
                </a:path>
                <a:path w="904875" h="299720">
                  <a:moveTo>
                    <a:pt x="825581" y="294384"/>
                  </a:moveTo>
                  <a:lnTo>
                    <a:pt x="79111" y="294384"/>
                  </a:lnTo>
                  <a:lnTo>
                    <a:pt x="79111" y="299620"/>
                  </a:lnTo>
                  <a:lnTo>
                    <a:pt x="825581" y="299620"/>
                  </a:lnTo>
                  <a:lnTo>
                    <a:pt x="825581" y="294384"/>
                  </a:lnTo>
                  <a:close/>
                </a:path>
                <a:path w="904875" h="299720">
                  <a:moveTo>
                    <a:pt x="825581" y="0"/>
                  </a:moveTo>
                  <a:lnTo>
                    <a:pt x="825581" y="5235"/>
                  </a:lnTo>
                  <a:lnTo>
                    <a:pt x="854359" y="10921"/>
                  </a:lnTo>
                  <a:lnTo>
                    <a:pt x="877839" y="26420"/>
                  </a:lnTo>
                  <a:lnTo>
                    <a:pt x="893659" y="49392"/>
                  </a:lnTo>
                  <a:lnTo>
                    <a:pt x="899457" y="77498"/>
                  </a:lnTo>
                  <a:lnTo>
                    <a:pt x="899457" y="222121"/>
                  </a:lnTo>
                  <a:lnTo>
                    <a:pt x="893659" y="250227"/>
                  </a:lnTo>
                  <a:lnTo>
                    <a:pt x="877839" y="273199"/>
                  </a:lnTo>
                  <a:lnTo>
                    <a:pt x="854359" y="288698"/>
                  </a:lnTo>
                  <a:lnTo>
                    <a:pt x="825581" y="294384"/>
                  </a:lnTo>
                  <a:lnTo>
                    <a:pt x="825581" y="299620"/>
                  </a:lnTo>
                  <a:lnTo>
                    <a:pt x="856352" y="293537"/>
                  </a:lnTo>
                  <a:lnTo>
                    <a:pt x="881501" y="276941"/>
                  </a:lnTo>
                  <a:lnTo>
                    <a:pt x="898468" y="252309"/>
                  </a:lnTo>
                  <a:lnTo>
                    <a:pt x="904692" y="222121"/>
                  </a:lnTo>
                  <a:lnTo>
                    <a:pt x="904692" y="77498"/>
                  </a:lnTo>
                  <a:lnTo>
                    <a:pt x="898468" y="47310"/>
                  </a:lnTo>
                  <a:lnTo>
                    <a:pt x="881501" y="22679"/>
                  </a:lnTo>
                  <a:lnTo>
                    <a:pt x="856352" y="6082"/>
                  </a:lnTo>
                  <a:lnTo>
                    <a:pt x="825581" y="0"/>
                  </a:lnTo>
                  <a:close/>
                </a:path>
                <a:path w="904875" h="299720">
                  <a:moveTo>
                    <a:pt x="825581" y="0"/>
                  </a:moveTo>
                  <a:lnTo>
                    <a:pt x="79111" y="0"/>
                  </a:lnTo>
                  <a:lnTo>
                    <a:pt x="79111" y="5235"/>
                  </a:lnTo>
                  <a:lnTo>
                    <a:pt x="825581" y="5235"/>
                  </a:lnTo>
                  <a:lnTo>
                    <a:pt x="825581" y="0"/>
                  </a:lnTo>
                  <a:close/>
                </a:path>
              </a:pathLst>
            </a:custGeom>
            <a:solidFill>
              <a:srgbClr val="000000">
                <a:alpha val="3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9361301" y="3792193"/>
              <a:ext cx="256540" cy="100330"/>
            </a:xfrm>
            <a:custGeom>
              <a:avLst/>
              <a:gdLst/>
              <a:ahLst/>
              <a:cxnLst/>
              <a:rect l="l" t="t" r="r" b="b"/>
              <a:pathLst>
                <a:path w="256540" h="100329">
                  <a:moveTo>
                    <a:pt x="18316" y="72433"/>
                  </a:moveTo>
                  <a:lnTo>
                    <a:pt x="0" y="72433"/>
                  </a:lnTo>
                  <a:lnTo>
                    <a:pt x="189" y="77927"/>
                  </a:lnTo>
                  <a:lnTo>
                    <a:pt x="29563" y="100320"/>
                  </a:lnTo>
                  <a:lnTo>
                    <a:pt x="43722" y="100320"/>
                  </a:lnTo>
                  <a:lnTo>
                    <a:pt x="50053" y="99101"/>
                  </a:lnTo>
                  <a:lnTo>
                    <a:pt x="61120" y="94205"/>
                  </a:lnTo>
                  <a:lnTo>
                    <a:pt x="65478" y="90838"/>
                  </a:lnTo>
                  <a:lnTo>
                    <a:pt x="69402" y="85498"/>
                  </a:lnTo>
                  <a:lnTo>
                    <a:pt x="33182" y="85498"/>
                  </a:lnTo>
                  <a:lnTo>
                    <a:pt x="30164" y="84951"/>
                  </a:lnTo>
                  <a:lnTo>
                    <a:pt x="24744" y="82772"/>
                  </a:lnTo>
                  <a:lnTo>
                    <a:pt x="22610" y="81284"/>
                  </a:lnTo>
                  <a:lnTo>
                    <a:pt x="19371" y="77370"/>
                  </a:lnTo>
                  <a:lnTo>
                    <a:pt x="18474" y="75067"/>
                  </a:lnTo>
                  <a:lnTo>
                    <a:pt x="18316" y="72433"/>
                  </a:lnTo>
                  <a:close/>
                </a:path>
                <a:path w="256540" h="100329">
                  <a:moveTo>
                    <a:pt x="66250" y="14356"/>
                  </a:moveTo>
                  <a:lnTo>
                    <a:pt x="39892" y="14356"/>
                  </a:lnTo>
                  <a:lnTo>
                    <a:pt x="42604" y="14924"/>
                  </a:lnTo>
                  <a:lnTo>
                    <a:pt x="47246" y="17217"/>
                  </a:lnTo>
                  <a:lnTo>
                    <a:pt x="49050" y="18818"/>
                  </a:lnTo>
                  <a:lnTo>
                    <a:pt x="50316" y="20884"/>
                  </a:lnTo>
                  <a:lnTo>
                    <a:pt x="51614" y="22918"/>
                  </a:lnTo>
                  <a:lnTo>
                    <a:pt x="52141" y="24922"/>
                  </a:lnTo>
                  <a:lnTo>
                    <a:pt x="52247" y="30913"/>
                  </a:lnTo>
                  <a:lnTo>
                    <a:pt x="51519" y="33412"/>
                  </a:lnTo>
                  <a:lnTo>
                    <a:pt x="48523" y="37698"/>
                  </a:lnTo>
                  <a:lnTo>
                    <a:pt x="46465" y="39351"/>
                  </a:lnTo>
                  <a:lnTo>
                    <a:pt x="41232" y="41706"/>
                  </a:lnTo>
                  <a:lnTo>
                    <a:pt x="38204" y="42294"/>
                  </a:lnTo>
                  <a:lnTo>
                    <a:pt x="25912" y="42294"/>
                  </a:lnTo>
                  <a:lnTo>
                    <a:pt x="25912" y="55928"/>
                  </a:lnTo>
                  <a:lnTo>
                    <a:pt x="38942" y="55928"/>
                  </a:lnTo>
                  <a:lnTo>
                    <a:pt x="42551" y="56568"/>
                  </a:lnTo>
                  <a:lnTo>
                    <a:pt x="48554" y="59109"/>
                  </a:lnTo>
                  <a:lnTo>
                    <a:pt x="50865" y="60876"/>
                  </a:lnTo>
                  <a:lnTo>
                    <a:pt x="54051" y="65389"/>
                  </a:lnTo>
                  <a:lnTo>
                    <a:pt x="54821" y="67992"/>
                  </a:lnTo>
                  <a:lnTo>
                    <a:pt x="54821" y="73807"/>
                  </a:lnTo>
                  <a:lnTo>
                    <a:pt x="40103" y="85498"/>
                  </a:lnTo>
                  <a:lnTo>
                    <a:pt x="69402" y="85498"/>
                  </a:lnTo>
                  <a:lnTo>
                    <a:pt x="71808" y="82224"/>
                  </a:lnTo>
                  <a:lnTo>
                    <a:pt x="73388" y="77370"/>
                  </a:lnTo>
                  <a:lnTo>
                    <a:pt x="73433" y="65750"/>
                  </a:lnTo>
                  <a:lnTo>
                    <a:pt x="71566" y="60648"/>
                  </a:lnTo>
                  <a:lnTo>
                    <a:pt x="67799" y="56548"/>
                  </a:lnTo>
                  <a:lnTo>
                    <a:pt x="64064" y="52416"/>
                  </a:lnTo>
                  <a:lnTo>
                    <a:pt x="58694" y="49876"/>
                  </a:lnTo>
                  <a:lnTo>
                    <a:pt x="51678" y="48926"/>
                  </a:lnTo>
                  <a:lnTo>
                    <a:pt x="51678" y="48161"/>
                  </a:lnTo>
                  <a:lnTo>
                    <a:pt x="57069" y="47015"/>
                  </a:lnTo>
                  <a:lnTo>
                    <a:pt x="61416" y="44587"/>
                  </a:lnTo>
                  <a:lnTo>
                    <a:pt x="68073" y="37141"/>
                  </a:lnTo>
                  <a:lnTo>
                    <a:pt x="69730" y="32534"/>
                  </a:lnTo>
                  <a:lnTo>
                    <a:pt x="69698" y="22082"/>
                  </a:lnTo>
                  <a:lnTo>
                    <a:pt x="68348" y="17548"/>
                  </a:lnTo>
                  <a:lnTo>
                    <a:pt x="66250" y="14356"/>
                  </a:lnTo>
                  <a:close/>
                </a:path>
                <a:path w="256540" h="100329">
                  <a:moveTo>
                    <a:pt x="43521" y="0"/>
                  </a:moveTo>
                  <a:lnTo>
                    <a:pt x="30407" y="0"/>
                  </a:lnTo>
                  <a:lnTo>
                    <a:pt x="24583" y="1177"/>
                  </a:lnTo>
                  <a:lnTo>
                    <a:pt x="2089" y="27659"/>
                  </a:lnTo>
                  <a:lnTo>
                    <a:pt x="19476" y="27659"/>
                  </a:lnTo>
                  <a:lnTo>
                    <a:pt x="19582" y="24922"/>
                  </a:lnTo>
                  <a:lnTo>
                    <a:pt x="20426" y="22567"/>
                  </a:lnTo>
                  <a:lnTo>
                    <a:pt x="23602" y="18601"/>
                  </a:lnTo>
                  <a:lnTo>
                    <a:pt x="25701" y="17052"/>
                  </a:lnTo>
                  <a:lnTo>
                    <a:pt x="30892" y="14893"/>
                  </a:lnTo>
                  <a:lnTo>
                    <a:pt x="33720" y="14356"/>
                  </a:lnTo>
                  <a:lnTo>
                    <a:pt x="66250" y="14356"/>
                  </a:lnTo>
                  <a:lnTo>
                    <a:pt x="62956" y="9347"/>
                  </a:lnTo>
                  <a:lnTo>
                    <a:pt x="59147" y="6093"/>
                  </a:lnTo>
                  <a:lnTo>
                    <a:pt x="49303" y="1229"/>
                  </a:lnTo>
                  <a:lnTo>
                    <a:pt x="43521" y="0"/>
                  </a:lnTo>
                  <a:close/>
                </a:path>
                <a:path w="256540" h="100329">
                  <a:moveTo>
                    <a:pt x="115529" y="50797"/>
                  </a:moveTo>
                  <a:lnTo>
                    <a:pt x="92488" y="73331"/>
                  </a:lnTo>
                  <a:lnTo>
                    <a:pt x="103492" y="84114"/>
                  </a:lnTo>
                  <a:lnTo>
                    <a:pt x="126548" y="61566"/>
                  </a:lnTo>
                  <a:lnTo>
                    <a:pt x="115529" y="50797"/>
                  </a:lnTo>
                  <a:close/>
                </a:path>
                <a:path w="256540" h="100329">
                  <a:moveTo>
                    <a:pt x="137559" y="50797"/>
                  </a:moveTo>
                  <a:lnTo>
                    <a:pt x="126548" y="61566"/>
                  </a:lnTo>
                  <a:lnTo>
                    <a:pt x="149621" y="84114"/>
                  </a:lnTo>
                  <a:lnTo>
                    <a:pt x="160583" y="73331"/>
                  </a:lnTo>
                  <a:lnTo>
                    <a:pt x="137559" y="50797"/>
                  </a:lnTo>
                  <a:close/>
                </a:path>
                <a:path w="256540" h="100329">
                  <a:moveTo>
                    <a:pt x="126548" y="40020"/>
                  </a:moveTo>
                  <a:lnTo>
                    <a:pt x="115529" y="50797"/>
                  </a:lnTo>
                  <a:lnTo>
                    <a:pt x="126548" y="61566"/>
                  </a:lnTo>
                  <a:lnTo>
                    <a:pt x="137559" y="50797"/>
                  </a:lnTo>
                  <a:lnTo>
                    <a:pt x="126548" y="40020"/>
                  </a:lnTo>
                  <a:close/>
                </a:path>
                <a:path w="256540" h="100329">
                  <a:moveTo>
                    <a:pt x="103492" y="17455"/>
                  </a:moveTo>
                  <a:lnTo>
                    <a:pt x="92488" y="28279"/>
                  </a:lnTo>
                  <a:lnTo>
                    <a:pt x="115529" y="50797"/>
                  </a:lnTo>
                  <a:lnTo>
                    <a:pt x="126548" y="40020"/>
                  </a:lnTo>
                  <a:lnTo>
                    <a:pt x="103492" y="17455"/>
                  </a:lnTo>
                  <a:close/>
                </a:path>
                <a:path w="256540" h="100329">
                  <a:moveTo>
                    <a:pt x="149621" y="17455"/>
                  </a:moveTo>
                  <a:lnTo>
                    <a:pt x="126548" y="40020"/>
                  </a:lnTo>
                  <a:lnTo>
                    <a:pt x="137559" y="50797"/>
                  </a:lnTo>
                  <a:lnTo>
                    <a:pt x="160583" y="28279"/>
                  </a:lnTo>
                  <a:lnTo>
                    <a:pt x="149621" y="17455"/>
                  </a:lnTo>
                  <a:close/>
                </a:path>
                <a:path w="256540" h="100329">
                  <a:moveTo>
                    <a:pt x="233225" y="1332"/>
                  </a:moveTo>
                  <a:lnTo>
                    <a:pt x="226694" y="1332"/>
                  </a:lnTo>
                  <a:lnTo>
                    <a:pt x="226694" y="70285"/>
                  </a:lnTo>
                  <a:lnTo>
                    <a:pt x="226504" y="76574"/>
                  </a:lnTo>
                  <a:lnTo>
                    <a:pt x="226504" y="98987"/>
                  </a:lnTo>
                  <a:lnTo>
                    <a:pt x="243744" y="98987"/>
                  </a:lnTo>
                  <a:lnTo>
                    <a:pt x="243744" y="21359"/>
                  </a:lnTo>
                  <a:lnTo>
                    <a:pt x="233225" y="21359"/>
                  </a:lnTo>
                  <a:lnTo>
                    <a:pt x="233225" y="1332"/>
                  </a:lnTo>
                  <a:close/>
                </a:path>
                <a:path w="256540" h="100329">
                  <a:moveTo>
                    <a:pt x="226694" y="1332"/>
                  </a:moveTo>
                  <a:lnTo>
                    <a:pt x="221240" y="1332"/>
                  </a:lnTo>
                  <a:lnTo>
                    <a:pt x="178920" y="66804"/>
                  </a:lnTo>
                  <a:lnTo>
                    <a:pt x="178920" y="80871"/>
                  </a:lnTo>
                  <a:lnTo>
                    <a:pt x="226504" y="80871"/>
                  </a:lnTo>
                  <a:lnTo>
                    <a:pt x="226504" y="76574"/>
                  </a:lnTo>
                  <a:lnTo>
                    <a:pt x="226694" y="70285"/>
                  </a:lnTo>
                  <a:lnTo>
                    <a:pt x="226694" y="66329"/>
                  </a:lnTo>
                  <a:lnTo>
                    <a:pt x="197426" y="66329"/>
                  </a:lnTo>
                  <a:lnTo>
                    <a:pt x="197426" y="65565"/>
                  </a:lnTo>
                  <a:lnTo>
                    <a:pt x="225924" y="21359"/>
                  </a:lnTo>
                  <a:lnTo>
                    <a:pt x="226694" y="21359"/>
                  </a:lnTo>
                  <a:lnTo>
                    <a:pt x="226694" y="1332"/>
                  </a:lnTo>
                  <a:close/>
                </a:path>
                <a:path w="256540" h="100329">
                  <a:moveTo>
                    <a:pt x="256511" y="66329"/>
                  </a:moveTo>
                  <a:lnTo>
                    <a:pt x="243744" y="66329"/>
                  </a:lnTo>
                  <a:lnTo>
                    <a:pt x="243744" y="80871"/>
                  </a:lnTo>
                  <a:lnTo>
                    <a:pt x="256511" y="80871"/>
                  </a:lnTo>
                  <a:lnTo>
                    <a:pt x="256511" y="66329"/>
                  </a:lnTo>
                  <a:close/>
                </a:path>
                <a:path w="256540" h="100329">
                  <a:moveTo>
                    <a:pt x="243744" y="1332"/>
                  </a:moveTo>
                  <a:lnTo>
                    <a:pt x="233225" y="1332"/>
                  </a:lnTo>
                  <a:lnTo>
                    <a:pt x="233225" y="21359"/>
                  </a:lnTo>
                  <a:lnTo>
                    <a:pt x="243744" y="21359"/>
                  </a:lnTo>
                  <a:lnTo>
                    <a:pt x="243744" y="133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6336804" y="4066762"/>
              <a:ext cx="3619500" cy="330835"/>
            </a:xfrm>
            <a:custGeom>
              <a:avLst/>
              <a:gdLst/>
              <a:ahLst/>
              <a:cxnLst/>
              <a:rect l="l" t="t" r="r" b="b"/>
              <a:pathLst>
                <a:path w="3619500" h="330835">
                  <a:moveTo>
                    <a:pt x="3534523" y="0"/>
                  </a:moveTo>
                  <a:lnTo>
                    <a:pt x="84406" y="0"/>
                  </a:lnTo>
                  <a:lnTo>
                    <a:pt x="51551" y="6493"/>
                  </a:lnTo>
                  <a:lnTo>
                    <a:pt x="24722" y="24201"/>
                  </a:lnTo>
                  <a:lnTo>
                    <a:pt x="6633" y="50465"/>
                  </a:lnTo>
                  <a:lnTo>
                    <a:pt x="0" y="82627"/>
                  </a:lnTo>
                  <a:lnTo>
                    <a:pt x="0" y="247882"/>
                  </a:lnTo>
                  <a:lnTo>
                    <a:pt x="6633" y="280044"/>
                  </a:lnTo>
                  <a:lnTo>
                    <a:pt x="24722" y="306308"/>
                  </a:lnTo>
                  <a:lnTo>
                    <a:pt x="51551" y="324016"/>
                  </a:lnTo>
                  <a:lnTo>
                    <a:pt x="84406" y="330509"/>
                  </a:lnTo>
                  <a:lnTo>
                    <a:pt x="3534523" y="330509"/>
                  </a:lnTo>
                  <a:lnTo>
                    <a:pt x="3567378" y="324016"/>
                  </a:lnTo>
                  <a:lnTo>
                    <a:pt x="3594207" y="306308"/>
                  </a:lnTo>
                  <a:lnTo>
                    <a:pt x="3612296" y="280044"/>
                  </a:lnTo>
                  <a:lnTo>
                    <a:pt x="3618929" y="247882"/>
                  </a:lnTo>
                  <a:lnTo>
                    <a:pt x="3618929" y="82627"/>
                  </a:lnTo>
                  <a:lnTo>
                    <a:pt x="3612296" y="50465"/>
                  </a:lnTo>
                  <a:lnTo>
                    <a:pt x="3594207" y="24201"/>
                  </a:lnTo>
                  <a:lnTo>
                    <a:pt x="3567378" y="6493"/>
                  </a:lnTo>
                  <a:lnTo>
                    <a:pt x="3534523" y="0"/>
                  </a:lnTo>
                  <a:close/>
                </a:path>
              </a:pathLst>
            </a:custGeom>
            <a:solidFill>
              <a:srgbClr val="767680">
                <a:alpha val="11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7529594" y="4149390"/>
              <a:ext cx="6985" cy="165735"/>
            </a:xfrm>
            <a:custGeom>
              <a:avLst/>
              <a:gdLst/>
              <a:ahLst/>
              <a:cxnLst/>
              <a:rect l="l" t="t" r="r" b="b"/>
              <a:pathLst>
                <a:path w="6984" h="165735">
                  <a:moveTo>
                    <a:pt x="5318" y="0"/>
                  </a:moveTo>
                  <a:lnTo>
                    <a:pt x="1533" y="0"/>
                  </a:lnTo>
                  <a:lnTo>
                    <a:pt x="0" y="1501"/>
                  </a:lnTo>
                  <a:lnTo>
                    <a:pt x="0" y="163753"/>
                  </a:lnTo>
                  <a:lnTo>
                    <a:pt x="1533" y="165254"/>
                  </a:lnTo>
                  <a:lnTo>
                    <a:pt x="5318" y="165254"/>
                  </a:lnTo>
                  <a:lnTo>
                    <a:pt x="6852" y="163753"/>
                  </a:lnTo>
                  <a:lnTo>
                    <a:pt x="6852" y="3353"/>
                  </a:lnTo>
                  <a:lnTo>
                    <a:pt x="6852" y="1501"/>
                  </a:lnTo>
                  <a:lnTo>
                    <a:pt x="5318" y="0"/>
                  </a:lnTo>
                  <a:close/>
                </a:path>
              </a:pathLst>
            </a:custGeom>
            <a:solidFill>
              <a:srgbClr val="3C3C43">
                <a:alpha val="35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6826952" y="4186007"/>
              <a:ext cx="254635" cy="97790"/>
            </a:xfrm>
            <a:custGeom>
              <a:avLst/>
              <a:gdLst/>
              <a:ahLst/>
              <a:cxnLst/>
              <a:rect l="l" t="t" r="r" b="b"/>
              <a:pathLst>
                <a:path w="254634" h="97789">
                  <a:moveTo>
                    <a:pt x="52701" y="0"/>
                  </a:moveTo>
                  <a:lnTo>
                    <a:pt x="47392" y="0"/>
                  </a:lnTo>
                  <a:lnTo>
                    <a:pt x="47295" y="97655"/>
                  </a:lnTo>
                  <a:lnTo>
                    <a:pt x="61663" y="97655"/>
                  </a:lnTo>
                  <a:lnTo>
                    <a:pt x="61663" y="17547"/>
                  </a:lnTo>
                  <a:lnTo>
                    <a:pt x="52701" y="17547"/>
                  </a:lnTo>
                  <a:lnTo>
                    <a:pt x="52701" y="0"/>
                  </a:lnTo>
                  <a:close/>
                </a:path>
                <a:path w="254634" h="97789">
                  <a:moveTo>
                    <a:pt x="47392" y="0"/>
                  </a:moveTo>
                  <a:lnTo>
                    <a:pt x="43106" y="0"/>
                  </a:lnTo>
                  <a:lnTo>
                    <a:pt x="0" y="66659"/>
                  </a:lnTo>
                  <a:lnTo>
                    <a:pt x="0" y="78578"/>
                  </a:lnTo>
                  <a:lnTo>
                    <a:pt x="47295" y="78578"/>
                  </a:lnTo>
                  <a:lnTo>
                    <a:pt x="47392" y="66091"/>
                  </a:lnTo>
                  <a:lnTo>
                    <a:pt x="15780" y="66091"/>
                  </a:lnTo>
                  <a:lnTo>
                    <a:pt x="15780" y="65327"/>
                  </a:lnTo>
                  <a:lnTo>
                    <a:pt x="46612" y="17547"/>
                  </a:lnTo>
                  <a:lnTo>
                    <a:pt x="47392" y="17547"/>
                  </a:lnTo>
                  <a:lnTo>
                    <a:pt x="47392" y="0"/>
                  </a:lnTo>
                  <a:close/>
                </a:path>
                <a:path w="254634" h="97789">
                  <a:moveTo>
                    <a:pt x="74863" y="66091"/>
                  </a:moveTo>
                  <a:lnTo>
                    <a:pt x="61663" y="66091"/>
                  </a:lnTo>
                  <a:lnTo>
                    <a:pt x="61663" y="78578"/>
                  </a:lnTo>
                  <a:lnTo>
                    <a:pt x="74863" y="78578"/>
                  </a:lnTo>
                  <a:lnTo>
                    <a:pt x="74863" y="66091"/>
                  </a:lnTo>
                  <a:close/>
                </a:path>
                <a:path w="254634" h="97789">
                  <a:moveTo>
                    <a:pt x="61663" y="0"/>
                  </a:moveTo>
                  <a:lnTo>
                    <a:pt x="52701" y="0"/>
                  </a:lnTo>
                  <a:lnTo>
                    <a:pt x="52701" y="17547"/>
                  </a:lnTo>
                  <a:lnTo>
                    <a:pt x="61663" y="17547"/>
                  </a:lnTo>
                  <a:lnTo>
                    <a:pt x="61663" y="0"/>
                  </a:lnTo>
                  <a:close/>
                </a:path>
                <a:path w="254634" h="97789">
                  <a:moveTo>
                    <a:pt x="117858" y="49519"/>
                  </a:moveTo>
                  <a:lnTo>
                    <a:pt x="94451" y="72433"/>
                  </a:lnTo>
                  <a:lnTo>
                    <a:pt x="103657" y="81439"/>
                  </a:lnTo>
                  <a:lnTo>
                    <a:pt x="127061" y="58528"/>
                  </a:lnTo>
                  <a:lnTo>
                    <a:pt x="117858" y="49519"/>
                  </a:lnTo>
                  <a:close/>
                </a:path>
                <a:path w="254634" h="97789">
                  <a:moveTo>
                    <a:pt x="136264" y="49519"/>
                  </a:moveTo>
                  <a:lnTo>
                    <a:pt x="127061" y="58528"/>
                  </a:lnTo>
                  <a:lnTo>
                    <a:pt x="150466" y="81439"/>
                  </a:lnTo>
                  <a:lnTo>
                    <a:pt x="159671" y="72433"/>
                  </a:lnTo>
                  <a:lnTo>
                    <a:pt x="136264" y="49519"/>
                  </a:lnTo>
                  <a:close/>
                </a:path>
                <a:path w="254634" h="97789">
                  <a:moveTo>
                    <a:pt x="127061" y="40510"/>
                  </a:moveTo>
                  <a:lnTo>
                    <a:pt x="117858" y="49519"/>
                  </a:lnTo>
                  <a:lnTo>
                    <a:pt x="127061" y="58528"/>
                  </a:lnTo>
                  <a:lnTo>
                    <a:pt x="136264" y="49519"/>
                  </a:lnTo>
                  <a:lnTo>
                    <a:pt x="127061" y="40510"/>
                  </a:lnTo>
                  <a:close/>
                </a:path>
                <a:path w="254634" h="97789">
                  <a:moveTo>
                    <a:pt x="103657" y="17599"/>
                  </a:moveTo>
                  <a:lnTo>
                    <a:pt x="94451" y="26605"/>
                  </a:lnTo>
                  <a:lnTo>
                    <a:pt x="117858" y="49519"/>
                  </a:lnTo>
                  <a:lnTo>
                    <a:pt x="127061" y="40510"/>
                  </a:lnTo>
                  <a:lnTo>
                    <a:pt x="103657" y="17599"/>
                  </a:lnTo>
                  <a:close/>
                </a:path>
                <a:path w="254634" h="97789">
                  <a:moveTo>
                    <a:pt x="150466" y="17599"/>
                  </a:moveTo>
                  <a:lnTo>
                    <a:pt x="127061" y="40510"/>
                  </a:lnTo>
                  <a:lnTo>
                    <a:pt x="136264" y="49519"/>
                  </a:lnTo>
                  <a:lnTo>
                    <a:pt x="159671" y="26605"/>
                  </a:lnTo>
                  <a:lnTo>
                    <a:pt x="150466" y="17599"/>
                  </a:lnTo>
                  <a:close/>
                </a:path>
                <a:path w="254634" h="97789">
                  <a:moveTo>
                    <a:pt x="232108" y="0"/>
                  </a:moveTo>
                  <a:lnTo>
                    <a:pt x="226799" y="0"/>
                  </a:lnTo>
                  <a:lnTo>
                    <a:pt x="226701" y="97655"/>
                  </a:lnTo>
                  <a:lnTo>
                    <a:pt x="241070" y="97655"/>
                  </a:lnTo>
                  <a:lnTo>
                    <a:pt x="241070" y="17547"/>
                  </a:lnTo>
                  <a:lnTo>
                    <a:pt x="232108" y="17547"/>
                  </a:lnTo>
                  <a:lnTo>
                    <a:pt x="232108" y="0"/>
                  </a:lnTo>
                  <a:close/>
                </a:path>
                <a:path w="254634" h="97789">
                  <a:moveTo>
                    <a:pt x="226799" y="0"/>
                  </a:moveTo>
                  <a:lnTo>
                    <a:pt x="222512" y="0"/>
                  </a:lnTo>
                  <a:lnTo>
                    <a:pt x="179406" y="66659"/>
                  </a:lnTo>
                  <a:lnTo>
                    <a:pt x="179406" y="78578"/>
                  </a:lnTo>
                  <a:lnTo>
                    <a:pt x="226701" y="78578"/>
                  </a:lnTo>
                  <a:lnTo>
                    <a:pt x="226799" y="66091"/>
                  </a:lnTo>
                  <a:lnTo>
                    <a:pt x="195188" y="66091"/>
                  </a:lnTo>
                  <a:lnTo>
                    <a:pt x="195188" y="65327"/>
                  </a:lnTo>
                  <a:lnTo>
                    <a:pt x="226019" y="17547"/>
                  </a:lnTo>
                  <a:lnTo>
                    <a:pt x="226799" y="17547"/>
                  </a:lnTo>
                  <a:lnTo>
                    <a:pt x="226799" y="0"/>
                  </a:lnTo>
                  <a:close/>
                </a:path>
                <a:path w="254634" h="97789">
                  <a:moveTo>
                    <a:pt x="254270" y="66091"/>
                  </a:moveTo>
                  <a:lnTo>
                    <a:pt x="241070" y="66091"/>
                  </a:lnTo>
                  <a:lnTo>
                    <a:pt x="241070" y="78578"/>
                  </a:lnTo>
                  <a:lnTo>
                    <a:pt x="254270" y="78578"/>
                  </a:lnTo>
                  <a:lnTo>
                    <a:pt x="254270" y="66091"/>
                  </a:lnTo>
                  <a:close/>
                </a:path>
                <a:path w="254634" h="97789">
                  <a:moveTo>
                    <a:pt x="241070" y="0"/>
                  </a:moveTo>
                  <a:lnTo>
                    <a:pt x="232108" y="0"/>
                  </a:lnTo>
                  <a:lnTo>
                    <a:pt x="232108" y="17547"/>
                  </a:lnTo>
                  <a:lnTo>
                    <a:pt x="241070" y="17547"/>
                  </a:lnTo>
                  <a:lnTo>
                    <a:pt x="24107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8721837" y="4149390"/>
              <a:ext cx="6985" cy="165735"/>
            </a:xfrm>
            <a:custGeom>
              <a:avLst/>
              <a:gdLst/>
              <a:ahLst/>
              <a:cxnLst/>
              <a:rect l="l" t="t" r="r" b="b"/>
              <a:pathLst>
                <a:path w="6984" h="165735">
                  <a:moveTo>
                    <a:pt x="5318" y="0"/>
                  </a:moveTo>
                  <a:lnTo>
                    <a:pt x="1533" y="0"/>
                  </a:lnTo>
                  <a:lnTo>
                    <a:pt x="0" y="1501"/>
                  </a:lnTo>
                  <a:lnTo>
                    <a:pt x="0" y="163753"/>
                  </a:lnTo>
                  <a:lnTo>
                    <a:pt x="1533" y="165254"/>
                  </a:lnTo>
                  <a:lnTo>
                    <a:pt x="5318" y="165254"/>
                  </a:lnTo>
                  <a:lnTo>
                    <a:pt x="6852" y="163753"/>
                  </a:lnTo>
                  <a:lnTo>
                    <a:pt x="6852" y="3353"/>
                  </a:lnTo>
                  <a:lnTo>
                    <a:pt x="6852" y="1501"/>
                  </a:lnTo>
                  <a:lnTo>
                    <a:pt x="5318" y="0"/>
                  </a:lnTo>
                  <a:close/>
                </a:path>
              </a:pathLst>
            </a:custGeom>
            <a:solidFill>
              <a:srgbClr val="3C3C43">
                <a:alpha val="35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2" name="object 32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021537" y="4186007"/>
              <a:ext cx="248798" cy="98987"/>
            </a:xfrm>
            <a:prstGeom prst="rect">
              <a:avLst/>
            </a:prstGeom>
          </p:spPr>
        </p:pic>
        <p:pic>
          <p:nvPicPr>
            <p:cNvPr id="33" name="object 33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674749" y="4614096"/>
              <a:ext cx="2974691" cy="3698855"/>
            </a:xfrm>
            <a:prstGeom prst="rect">
              <a:avLst/>
            </a:prstGeom>
          </p:spPr>
        </p:pic>
        <p:pic>
          <p:nvPicPr>
            <p:cNvPr id="34" name="object 34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716633" y="4614168"/>
              <a:ext cx="2890914" cy="3614948"/>
            </a:xfrm>
            <a:prstGeom prst="rect">
              <a:avLst/>
            </a:prstGeom>
          </p:spPr>
        </p:pic>
        <p:sp>
          <p:nvSpPr>
            <p:cNvPr id="35" name="object 35" descr=""/>
            <p:cNvSpPr/>
            <p:nvPr/>
          </p:nvSpPr>
          <p:spPr>
            <a:xfrm>
              <a:off x="6716662" y="4613655"/>
              <a:ext cx="2891155" cy="3615690"/>
            </a:xfrm>
            <a:custGeom>
              <a:avLst/>
              <a:gdLst/>
              <a:ahLst/>
              <a:cxnLst/>
              <a:rect l="l" t="t" r="r" b="b"/>
              <a:pathLst>
                <a:path w="2891154" h="3615690">
                  <a:moveTo>
                    <a:pt x="2890850" y="444"/>
                  </a:moveTo>
                  <a:lnTo>
                    <a:pt x="2885617" y="444"/>
                  </a:lnTo>
                  <a:lnTo>
                    <a:pt x="2885617" y="0"/>
                  </a:lnTo>
                  <a:lnTo>
                    <a:pt x="2880372" y="0"/>
                  </a:lnTo>
                  <a:lnTo>
                    <a:pt x="2880372" y="3610610"/>
                  </a:lnTo>
                  <a:lnTo>
                    <a:pt x="10477" y="3610610"/>
                  </a:lnTo>
                  <a:lnTo>
                    <a:pt x="10477" y="3610305"/>
                  </a:lnTo>
                  <a:lnTo>
                    <a:pt x="2880372" y="3610305"/>
                  </a:lnTo>
                  <a:lnTo>
                    <a:pt x="2880372" y="3605072"/>
                  </a:lnTo>
                  <a:lnTo>
                    <a:pt x="10477" y="3605072"/>
                  </a:lnTo>
                  <a:lnTo>
                    <a:pt x="10477" y="11430"/>
                  </a:lnTo>
                  <a:lnTo>
                    <a:pt x="10477" y="10922"/>
                  </a:lnTo>
                  <a:lnTo>
                    <a:pt x="2880372" y="10922"/>
                  </a:lnTo>
                  <a:lnTo>
                    <a:pt x="2880372" y="5676"/>
                  </a:lnTo>
                  <a:lnTo>
                    <a:pt x="10477" y="5676"/>
                  </a:lnTo>
                  <a:lnTo>
                    <a:pt x="10477" y="5080"/>
                  </a:lnTo>
                  <a:lnTo>
                    <a:pt x="2880372" y="5080"/>
                  </a:lnTo>
                  <a:lnTo>
                    <a:pt x="2880372" y="0"/>
                  </a:lnTo>
                  <a:lnTo>
                    <a:pt x="5245" y="0"/>
                  </a:lnTo>
                  <a:lnTo>
                    <a:pt x="0" y="0"/>
                  </a:lnTo>
                  <a:lnTo>
                    <a:pt x="0" y="11430"/>
                  </a:lnTo>
                  <a:lnTo>
                    <a:pt x="0" y="3605530"/>
                  </a:lnTo>
                  <a:lnTo>
                    <a:pt x="0" y="3615690"/>
                  </a:lnTo>
                  <a:lnTo>
                    <a:pt x="5245" y="3615690"/>
                  </a:lnTo>
                  <a:lnTo>
                    <a:pt x="2885617" y="3615690"/>
                  </a:lnTo>
                  <a:lnTo>
                    <a:pt x="2885617" y="3615537"/>
                  </a:lnTo>
                  <a:lnTo>
                    <a:pt x="2890850" y="3615537"/>
                  </a:lnTo>
                  <a:lnTo>
                    <a:pt x="2890850" y="3605530"/>
                  </a:lnTo>
                  <a:lnTo>
                    <a:pt x="2890850" y="3605072"/>
                  </a:lnTo>
                  <a:lnTo>
                    <a:pt x="2890850" y="11430"/>
                  </a:lnTo>
                  <a:lnTo>
                    <a:pt x="2885617" y="11430"/>
                  </a:lnTo>
                  <a:lnTo>
                    <a:pt x="2885617" y="10922"/>
                  </a:lnTo>
                  <a:lnTo>
                    <a:pt x="2890850" y="10922"/>
                  </a:lnTo>
                  <a:lnTo>
                    <a:pt x="2890850" y="4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6653320" y="8611259"/>
              <a:ext cx="274955" cy="248285"/>
            </a:xfrm>
            <a:custGeom>
              <a:avLst/>
              <a:gdLst/>
              <a:ahLst/>
              <a:cxnLst/>
              <a:rect l="l" t="t" r="r" b="b"/>
              <a:pathLst>
                <a:path w="274954" h="248284">
                  <a:moveTo>
                    <a:pt x="43598" y="165254"/>
                  </a:moveTo>
                  <a:lnTo>
                    <a:pt x="40825" y="165254"/>
                  </a:lnTo>
                  <a:lnTo>
                    <a:pt x="39452" y="165522"/>
                  </a:lnTo>
                  <a:lnTo>
                    <a:pt x="2113" y="200226"/>
                  </a:lnTo>
                  <a:lnTo>
                    <a:pt x="0" y="205225"/>
                  </a:lnTo>
                  <a:lnTo>
                    <a:pt x="0" y="207931"/>
                  </a:lnTo>
                  <a:lnTo>
                    <a:pt x="35727" y="245826"/>
                  </a:lnTo>
                  <a:lnTo>
                    <a:pt x="40825" y="247902"/>
                  </a:lnTo>
                  <a:lnTo>
                    <a:pt x="43598" y="247902"/>
                  </a:lnTo>
                  <a:lnTo>
                    <a:pt x="52767" y="238916"/>
                  </a:lnTo>
                  <a:lnTo>
                    <a:pt x="52767" y="236210"/>
                  </a:lnTo>
                  <a:lnTo>
                    <a:pt x="52495" y="234868"/>
                  </a:lnTo>
                  <a:lnTo>
                    <a:pt x="51434" y="232358"/>
                  </a:lnTo>
                  <a:lnTo>
                    <a:pt x="50656" y="231212"/>
                  </a:lnTo>
                  <a:lnTo>
                    <a:pt x="36025" y="216907"/>
                  </a:lnTo>
                  <a:lnTo>
                    <a:pt x="179372" y="216907"/>
                  </a:lnTo>
                  <a:lnTo>
                    <a:pt x="197976" y="215085"/>
                  </a:lnTo>
                  <a:lnTo>
                    <a:pt x="215694" y="209801"/>
                  </a:lnTo>
                  <a:lnTo>
                    <a:pt x="232029" y="201255"/>
                  </a:lnTo>
                  <a:lnTo>
                    <a:pt x="238265" y="196250"/>
                  </a:lnTo>
                  <a:lnTo>
                    <a:pt x="36025" y="196250"/>
                  </a:lnTo>
                  <a:lnTo>
                    <a:pt x="50656" y="181945"/>
                  </a:lnTo>
                  <a:lnTo>
                    <a:pt x="51434" y="180798"/>
                  </a:lnTo>
                  <a:lnTo>
                    <a:pt x="52495" y="178299"/>
                  </a:lnTo>
                  <a:lnTo>
                    <a:pt x="52767" y="176946"/>
                  </a:lnTo>
                  <a:lnTo>
                    <a:pt x="52767" y="174240"/>
                  </a:lnTo>
                  <a:lnTo>
                    <a:pt x="44970" y="165522"/>
                  </a:lnTo>
                  <a:lnTo>
                    <a:pt x="43598" y="165254"/>
                  </a:lnTo>
                  <a:close/>
                </a:path>
                <a:path w="274954" h="248284">
                  <a:moveTo>
                    <a:pt x="266576" y="113622"/>
                  </a:moveTo>
                  <a:lnTo>
                    <a:pt x="260980" y="113622"/>
                  </a:lnTo>
                  <a:lnTo>
                    <a:pt x="258296" y="114707"/>
                  </a:lnTo>
                  <a:lnTo>
                    <a:pt x="254339" y="118580"/>
                  </a:lnTo>
                  <a:lnTo>
                    <a:pt x="253228" y="121214"/>
                  </a:lnTo>
                  <a:lnTo>
                    <a:pt x="253228" y="123951"/>
                  </a:lnTo>
                  <a:lnTo>
                    <a:pt x="251782" y="138116"/>
                  </a:lnTo>
                  <a:lnTo>
                    <a:pt x="231572" y="175056"/>
                  </a:lnTo>
                  <a:lnTo>
                    <a:pt x="193842" y="194835"/>
                  </a:lnTo>
                  <a:lnTo>
                    <a:pt x="179372" y="196250"/>
                  </a:lnTo>
                  <a:lnTo>
                    <a:pt x="238265" y="196250"/>
                  </a:lnTo>
                  <a:lnTo>
                    <a:pt x="267073" y="159508"/>
                  </a:lnTo>
                  <a:lnTo>
                    <a:pt x="274329" y="123951"/>
                  </a:lnTo>
                  <a:lnTo>
                    <a:pt x="274329" y="121214"/>
                  </a:lnTo>
                  <a:lnTo>
                    <a:pt x="273217" y="118580"/>
                  </a:lnTo>
                  <a:lnTo>
                    <a:pt x="269261" y="114707"/>
                  </a:lnTo>
                  <a:lnTo>
                    <a:pt x="266576" y="113622"/>
                  </a:lnTo>
                  <a:close/>
                </a:path>
                <a:path w="274954" h="248284">
                  <a:moveTo>
                    <a:pt x="234926" y="0"/>
                  </a:moveTo>
                  <a:lnTo>
                    <a:pt x="229326" y="0"/>
                  </a:lnTo>
                  <a:lnTo>
                    <a:pt x="226641" y="1094"/>
                  </a:lnTo>
                  <a:lnTo>
                    <a:pt x="222682" y="4968"/>
                  </a:lnTo>
                  <a:lnTo>
                    <a:pt x="221569" y="7601"/>
                  </a:lnTo>
                  <a:lnTo>
                    <a:pt x="221569" y="13075"/>
                  </a:lnTo>
                  <a:lnTo>
                    <a:pt x="222682" y="15709"/>
                  </a:lnTo>
                  <a:lnTo>
                    <a:pt x="238311" y="30995"/>
                  </a:lnTo>
                  <a:lnTo>
                    <a:pt x="94965" y="30995"/>
                  </a:lnTo>
                  <a:lnTo>
                    <a:pt x="42308" y="46646"/>
                  </a:lnTo>
                  <a:lnTo>
                    <a:pt x="7264" y="88394"/>
                  </a:lnTo>
                  <a:lnTo>
                    <a:pt x="8" y="126688"/>
                  </a:lnTo>
                  <a:lnTo>
                    <a:pt x="1119" y="129321"/>
                  </a:lnTo>
                  <a:lnTo>
                    <a:pt x="5077" y="133194"/>
                  </a:lnTo>
                  <a:lnTo>
                    <a:pt x="7761" y="134279"/>
                  </a:lnTo>
                  <a:lnTo>
                    <a:pt x="13357" y="134279"/>
                  </a:lnTo>
                  <a:lnTo>
                    <a:pt x="16041" y="133194"/>
                  </a:lnTo>
                  <a:lnTo>
                    <a:pt x="19998" y="129321"/>
                  </a:lnTo>
                  <a:lnTo>
                    <a:pt x="21110" y="126688"/>
                  </a:lnTo>
                  <a:lnTo>
                    <a:pt x="21110" y="123951"/>
                  </a:lnTo>
                  <a:lnTo>
                    <a:pt x="22555" y="109785"/>
                  </a:lnTo>
                  <a:lnTo>
                    <a:pt x="42764" y="72846"/>
                  </a:lnTo>
                  <a:lnTo>
                    <a:pt x="80495" y="53066"/>
                  </a:lnTo>
                  <a:lnTo>
                    <a:pt x="94965" y="51652"/>
                  </a:lnTo>
                  <a:lnTo>
                    <a:pt x="268161" y="51652"/>
                  </a:lnTo>
                  <a:lnTo>
                    <a:pt x="272224" y="47675"/>
                  </a:lnTo>
                  <a:lnTo>
                    <a:pt x="273002" y="46529"/>
                  </a:lnTo>
                  <a:lnTo>
                    <a:pt x="274064" y="44029"/>
                  </a:lnTo>
                  <a:lnTo>
                    <a:pt x="274338" y="42676"/>
                  </a:lnTo>
                  <a:lnTo>
                    <a:pt x="274338" y="39970"/>
                  </a:lnTo>
                  <a:lnTo>
                    <a:pt x="274064" y="38617"/>
                  </a:lnTo>
                  <a:lnTo>
                    <a:pt x="273002" y="36118"/>
                  </a:lnTo>
                  <a:lnTo>
                    <a:pt x="272224" y="34972"/>
                  </a:lnTo>
                  <a:lnTo>
                    <a:pt x="237611" y="1094"/>
                  </a:lnTo>
                  <a:lnTo>
                    <a:pt x="234926" y="0"/>
                  </a:lnTo>
                  <a:close/>
                </a:path>
                <a:path w="274954" h="248284">
                  <a:moveTo>
                    <a:pt x="268161" y="51652"/>
                  </a:moveTo>
                  <a:lnTo>
                    <a:pt x="238311" y="51652"/>
                  </a:lnTo>
                  <a:lnTo>
                    <a:pt x="222682" y="66938"/>
                  </a:lnTo>
                  <a:lnTo>
                    <a:pt x="221569" y="69572"/>
                  </a:lnTo>
                  <a:lnTo>
                    <a:pt x="221569" y="75046"/>
                  </a:lnTo>
                  <a:lnTo>
                    <a:pt x="222682" y="77679"/>
                  </a:lnTo>
                  <a:lnTo>
                    <a:pt x="226641" y="81553"/>
                  </a:lnTo>
                  <a:lnTo>
                    <a:pt x="229326" y="82647"/>
                  </a:lnTo>
                  <a:lnTo>
                    <a:pt x="234926" y="82647"/>
                  </a:lnTo>
                  <a:lnTo>
                    <a:pt x="237611" y="81553"/>
                  </a:lnTo>
                  <a:lnTo>
                    <a:pt x="268161" y="51652"/>
                  </a:lnTo>
                  <a:close/>
                </a:path>
              </a:pathLst>
            </a:custGeom>
            <a:solidFill>
              <a:srgbClr val="34333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7571249" y="8394372"/>
              <a:ext cx="1181735" cy="733425"/>
            </a:xfrm>
            <a:custGeom>
              <a:avLst/>
              <a:gdLst/>
              <a:ahLst/>
              <a:cxnLst/>
              <a:rect l="l" t="t" r="r" b="b"/>
              <a:pathLst>
                <a:path w="1181734" h="733425">
                  <a:moveTo>
                    <a:pt x="1044530" y="0"/>
                  </a:moveTo>
                  <a:lnTo>
                    <a:pt x="137160" y="0"/>
                  </a:lnTo>
                  <a:lnTo>
                    <a:pt x="93807" y="6845"/>
                  </a:lnTo>
                  <a:lnTo>
                    <a:pt x="56155" y="25906"/>
                  </a:lnTo>
                  <a:lnTo>
                    <a:pt x="26464" y="54971"/>
                  </a:lnTo>
                  <a:lnTo>
                    <a:pt x="6992" y="91829"/>
                  </a:lnTo>
                  <a:lnTo>
                    <a:pt x="0" y="134269"/>
                  </a:lnTo>
                  <a:lnTo>
                    <a:pt x="0" y="599048"/>
                  </a:lnTo>
                  <a:lnTo>
                    <a:pt x="6992" y="641488"/>
                  </a:lnTo>
                  <a:lnTo>
                    <a:pt x="26464" y="678346"/>
                  </a:lnTo>
                  <a:lnTo>
                    <a:pt x="56155" y="707411"/>
                  </a:lnTo>
                  <a:lnTo>
                    <a:pt x="93807" y="726472"/>
                  </a:lnTo>
                  <a:lnTo>
                    <a:pt x="137160" y="733318"/>
                  </a:lnTo>
                  <a:lnTo>
                    <a:pt x="1044530" y="733318"/>
                  </a:lnTo>
                  <a:lnTo>
                    <a:pt x="1087884" y="726472"/>
                  </a:lnTo>
                  <a:lnTo>
                    <a:pt x="1125536" y="707411"/>
                  </a:lnTo>
                  <a:lnTo>
                    <a:pt x="1155227" y="678346"/>
                  </a:lnTo>
                  <a:lnTo>
                    <a:pt x="1174698" y="641488"/>
                  </a:lnTo>
                  <a:lnTo>
                    <a:pt x="1181691" y="599048"/>
                  </a:lnTo>
                  <a:lnTo>
                    <a:pt x="1181691" y="134269"/>
                  </a:lnTo>
                  <a:lnTo>
                    <a:pt x="1174698" y="91829"/>
                  </a:lnTo>
                  <a:lnTo>
                    <a:pt x="1155227" y="54971"/>
                  </a:lnTo>
                  <a:lnTo>
                    <a:pt x="1125536" y="25906"/>
                  </a:lnTo>
                  <a:lnTo>
                    <a:pt x="1087884" y="6845"/>
                  </a:lnTo>
                  <a:lnTo>
                    <a:pt x="1044530" y="0"/>
                  </a:lnTo>
                  <a:close/>
                </a:path>
              </a:pathLst>
            </a:custGeom>
            <a:solidFill>
              <a:srgbClr val="E5E5E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8" name="object 38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9407090" y="8611270"/>
              <a:ext cx="253219" cy="247882"/>
            </a:xfrm>
            <a:prstGeom prst="rect">
              <a:avLst/>
            </a:prstGeom>
          </p:spPr>
        </p:pic>
        <p:sp>
          <p:nvSpPr>
            <p:cNvPr id="39" name="object 39" descr=""/>
            <p:cNvSpPr/>
            <p:nvPr/>
          </p:nvSpPr>
          <p:spPr>
            <a:xfrm>
              <a:off x="8077699" y="8631857"/>
              <a:ext cx="232410" cy="269240"/>
            </a:xfrm>
            <a:custGeom>
              <a:avLst/>
              <a:gdLst/>
              <a:ahLst/>
              <a:cxnLst/>
              <a:rect l="l" t="t" r="r" b="b"/>
              <a:pathLst>
                <a:path w="232409" h="269240">
                  <a:moveTo>
                    <a:pt x="17683" y="0"/>
                  </a:moveTo>
                  <a:lnTo>
                    <a:pt x="0" y="16928"/>
                  </a:lnTo>
                  <a:lnTo>
                    <a:pt x="10" y="253573"/>
                  </a:lnTo>
                  <a:lnTo>
                    <a:pt x="2247" y="258799"/>
                  </a:lnTo>
                  <a:lnTo>
                    <a:pt x="10160" y="266483"/>
                  </a:lnTo>
                  <a:lnTo>
                    <a:pt x="15520" y="268632"/>
                  </a:lnTo>
                  <a:lnTo>
                    <a:pt x="24984" y="268611"/>
                  </a:lnTo>
                  <a:lnTo>
                    <a:pt x="28793" y="267557"/>
                  </a:lnTo>
                  <a:lnTo>
                    <a:pt x="61643" y="247882"/>
                  </a:lnTo>
                  <a:lnTo>
                    <a:pt x="21091" y="247882"/>
                  </a:lnTo>
                  <a:lnTo>
                    <a:pt x="21091" y="20729"/>
                  </a:lnTo>
                  <a:lnTo>
                    <a:pt x="61489" y="20729"/>
                  </a:lnTo>
                  <a:lnTo>
                    <a:pt x="28856" y="1187"/>
                  </a:lnTo>
                  <a:lnTo>
                    <a:pt x="25195" y="134"/>
                  </a:lnTo>
                  <a:lnTo>
                    <a:pt x="17683" y="0"/>
                  </a:lnTo>
                  <a:close/>
                </a:path>
                <a:path w="232409" h="269240">
                  <a:moveTo>
                    <a:pt x="61489" y="20729"/>
                  </a:moveTo>
                  <a:lnTo>
                    <a:pt x="21091" y="20729"/>
                  </a:lnTo>
                  <a:lnTo>
                    <a:pt x="210784" y="134341"/>
                  </a:lnTo>
                  <a:lnTo>
                    <a:pt x="21091" y="247882"/>
                  </a:lnTo>
                  <a:lnTo>
                    <a:pt x="61643" y="247882"/>
                  </a:lnTo>
                  <a:lnTo>
                    <a:pt x="225133" y="149958"/>
                  </a:lnTo>
                  <a:lnTo>
                    <a:pt x="232086" y="137853"/>
                  </a:lnTo>
                  <a:lnTo>
                    <a:pt x="232086" y="130850"/>
                  </a:lnTo>
                  <a:lnTo>
                    <a:pt x="231168" y="127411"/>
                  </a:lnTo>
                  <a:lnTo>
                    <a:pt x="227665" y="121307"/>
                  </a:lnTo>
                  <a:lnTo>
                    <a:pt x="225133" y="118746"/>
                  </a:lnTo>
                  <a:lnTo>
                    <a:pt x="222084" y="116928"/>
                  </a:lnTo>
                  <a:lnTo>
                    <a:pt x="61489" y="20729"/>
                  </a:lnTo>
                  <a:close/>
                </a:path>
              </a:pathLst>
            </a:custGeom>
            <a:solidFill>
              <a:srgbClr val="34333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0" name="object 40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424726" y="8964161"/>
              <a:ext cx="732878" cy="130551"/>
            </a:xfrm>
            <a:prstGeom prst="rect">
              <a:avLst/>
            </a:prstGeom>
          </p:spPr>
        </p:pic>
        <p:pic>
          <p:nvPicPr>
            <p:cNvPr id="41" name="object 41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9235356" y="8943506"/>
              <a:ext cx="553105" cy="103036"/>
            </a:xfrm>
            <a:prstGeom prst="rect">
              <a:avLst/>
            </a:prstGeom>
          </p:spPr>
        </p:pic>
        <p:sp>
          <p:nvSpPr>
            <p:cNvPr id="42" name="object 42" descr=""/>
            <p:cNvSpPr/>
            <p:nvPr/>
          </p:nvSpPr>
          <p:spPr>
            <a:xfrm>
              <a:off x="6716592" y="4614168"/>
              <a:ext cx="2891155" cy="3615054"/>
            </a:xfrm>
            <a:custGeom>
              <a:avLst/>
              <a:gdLst/>
              <a:ahLst/>
              <a:cxnLst/>
              <a:rect l="l" t="t" r="r" b="b"/>
              <a:pathLst>
                <a:path w="2891154" h="3615054">
                  <a:moveTo>
                    <a:pt x="960165" y="2878232"/>
                  </a:moveTo>
                  <a:lnTo>
                    <a:pt x="949614" y="2878232"/>
                  </a:lnTo>
                  <a:lnTo>
                    <a:pt x="949614" y="3614948"/>
                  </a:lnTo>
                  <a:lnTo>
                    <a:pt x="960165" y="3614948"/>
                  </a:lnTo>
                  <a:lnTo>
                    <a:pt x="960165" y="2878232"/>
                  </a:lnTo>
                  <a:close/>
                </a:path>
                <a:path w="2891154" h="3615054">
                  <a:moveTo>
                    <a:pt x="1983594" y="2874576"/>
                  </a:moveTo>
                  <a:lnTo>
                    <a:pt x="1973043" y="2874576"/>
                  </a:lnTo>
                  <a:lnTo>
                    <a:pt x="1973043" y="3614948"/>
                  </a:lnTo>
                  <a:lnTo>
                    <a:pt x="1983594" y="3614948"/>
                  </a:lnTo>
                  <a:lnTo>
                    <a:pt x="1983594" y="2874576"/>
                  </a:lnTo>
                  <a:close/>
                </a:path>
                <a:path w="2891154" h="3615054">
                  <a:moveTo>
                    <a:pt x="960165" y="1959002"/>
                  </a:moveTo>
                  <a:lnTo>
                    <a:pt x="949614" y="1959002"/>
                  </a:lnTo>
                  <a:lnTo>
                    <a:pt x="949614" y="2867904"/>
                  </a:lnTo>
                  <a:lnTo>
                    <a:pt x="0" y="2871301"/>
                  </a:lnTo>
                  <a:lnTo>
                    <a:pt x="41" y="2881630"/>
                  </a:lnTo>
                  <a:lnTo>
                    <a:pt x="960165" y="2878232"/>
                  </a:lnTo>
                  <a:lnTo>
                    <a:pt x="1983594" y="2874576"/>
                  </a:lnTo>
                  <a:lnTo>
                    <a:pt x="2890964" y="2871301"/>
                  </a:lnTo>
                  <a:lnTo>
                    <a:pt x="2890950" y="2867862"/>
                  </a:lnTo>
                  <a:lnTo>
                    <a:pt x="960165" y="2867862"/>
                  </a:lnTo>
                  <a:lnTo>
                    <a:pt x="960165" y="1959002"/>
                  </a:lnTo>
                  <a:close/>
                </a:path>
                <a:path w="2891154" h="3615054">
                  <a:moveTo>
                    <a:pt x="1983594" y="1955346"/>
                  </a:moveTo>
                  <a:lnTo>
                    <a:pt x="1973043" y="1955346"/>
                  </a:lnTo>
                  <a:lnTo>
                    <a:pt x="1973043" y="2864247"/>
                  </a:lnTo>
                  <a:lnTo>
                    <a:pt x="960165" y="2867862"/>
                  </a:lnTo>
                  <a:lnTo>
                    <a:pt x="2890950" y="2867862"/>
                  </a:lnTo>
                  <a:lnTo>
                    <a:pt x="2890935" y="2864206"/>
                  </a:lnTo>
                  <a:lnTo>
                    <a:pt x="1983594" y="2864206"/>
                  </a:lnTo>
                  <a:lnTo>
                    <a:pt x="1983594" y="1955346"/>
                  </a:lnTo>
                  <a:close/>
                </a:path>
                <a:path w="2891154" h="3615054">
                  <a:moveTo>
                    <a:pt x="2890922" y="2860973"/>
                  </a:moveTo>
                  <a:lnTo>
                    <a:pt x="1983594" y="2864206"/>
                  </a:lnTo>
                  <a:lnTo>
                    <a:pt x="2890935" y="2864206"/>
                  </a:lnTo>
                  <a:lnTo>
                    <a:pt x="2890922" y="2860973"/>
                  </a:lnTo>
                  <a:close/>
                </a:path>
                <a:path w="2891154" h="3615054">
                  <a:moveTo>
                    <a:pt x="960165" y="1008787"/>
                  </a:moveTo>
                  <a:lnTo>
                    <a:pt x="949614" y="1008787"/>
                  </a:lnTo>
                  <a:lnTo>
                    <a:pt x="949614" y="1948674"/>
                  </a:lnTo>
                  <a:lnTo>
                    <a:pt x="0" y="1952072"/>
                  </a:lnTo>
                  <a:lnTo>
                    <a:pt x="41" y="1962400"/>
                  </a:lnTo>
                  <a:lnTo>
                    <a:pt x="960165" y="1959002"/>
                  </a:lnTo>
                  <a:lnTo>
                    <a:pt x="1983594" y="1955346"/>
                  </a:lnTo>
                  <a:lnTo>
                    <a:pt x="2890964" y="1952072"/>
                  </a:lnTo>
                  <a:lnTo>
                    <a:pt x="2890950" y="1948632"/>
                  </a:lnTo>
                  <a:lnTo>
                    <a:pt x="960165" y="1948632"/>
                  </a:lnTo>
                  <a:lnTo>
                    <a:pt x="960165" y="1008787"/>
                  </a:lnTo>
                  <a:close/>
                </a:path>
                <a:path w="2891154" h="3615054">
                  <a:moveTo>
                    <a:pt x="1983594" y="1005131"/>
                  </a:moveTo>
                  <a:lnTo>
                    <a:pt x="1973043" y="1005131"/>
                  </a:lnTo>
                  <a:lnTo>
                    <a:pt x="1973043" y="1945018"/>
                  </a:lnTo>
                  <a:lnTo>
                    <a:pt x="960165" y="1948632"/>
                  </a:lnTo>
                  <a:lnTo>
                    <a:pt x="2890950" y="1948632"/>
                  </a:lnTo>
                  <a:lnTo>
                    <a:pt x="2890935" y="1944976"/>
                  </a:lnTo>
                  <a:lnTo>
                    <a:pt x="1983594" y="1944976"/>
                  </a:lnTo>
                  <a:lnTo>
                    <a:pt x="1983594" y="1005131"/>
                  </a:lnTo>
                  <a:close/>
                </a:path>
                <a:path w="2891154" h="3615054">
                  <a:moveTo>
                    <a:pt x="2890922" y="1941743"/>
                  </a:moveTo>
                  <a:lnTo>
                    <a:pt x="1983594" y="1944976"/>
                  </a:lnTo>
                  <a:lnTo>
                    <a:pt x="2890935" y="1944976"/>
                  </a:lnTo>
                  <a:lnTo>
                    <a:pt x="2890922" y="1941743"/>
                  </a:lnTo>
                  <a:close/>
                </a:path>
                <a:path w="2891154" h="3615054">
                  <a:moveTo>
                    <a:pt x="960165" y="0"/>
                  </a:moveTo>
                  <a:lnTo>
                    <a:pt x="949614" y="0"/>
                  </a:lnTo>
                  <a:lnTo>
                    <a:pt x="949614" y="998459"/>
                  </a:lnTo>
                  <a:lnTo>
                    <a:pt x="0" y="1001857"/>
                  </a:lnTo>
                  <a:lnTo>
                    <a:pt x="41" y="1012185"/>
                  </a:lnTo>
                  <a:lnTo>
                    <a:pt x="960165" y="1008787"/>
                  </a:lnTo>
                  <a:lnTo>
                    <a:pt x="1983594" y="1005131"/>
                  </a:lnTo>
                  <a:lnTo>
                    <a:pt x="2890964" y="1001857"/>
                  </a:lnTo>
                  <a:lnTo>
                    <a:pt x="2890950" y="998417"/>
                  </a:lnTo>
                  <a:lnTo>
                    <a:pt x="960165" y="998417"/>
                  </a:lnTo>
                  <a:lnTo>
                    <a:pt x="960165" y="0"/>
                  </a:lnTo>
                  <a:close/>
                </a:path>
                <a:path w="2891154" h="3615054">
                  <a:moveTo>
                    <a:pt x="1983594" y="0"/>
                  </a:moveTo>
                  <a:lnTo>
                    <a:pt x="1973043" y="0"/>
                  </a:lnTo>
                  <a:lnTo>
                    <a:pt x="1973043" y="994802"/>
                  </a:lnTo>
                  <a:lnTo>
                    <a:pt x="960165" y="998417"/>
                  </a:lnTo>
                  <a:lnTo>
                    <a:pt x="2890950" y="998417"/>
                  </a:lnTo>
                  <a:lnTo>
                    <a:pt x="2890935" y="994761"/>
                  </a:lnTo>
                  <a:lnTo>
                    <a:pt x="1983594" y="994761"/>
                  </a:lnTo>
                  <a:lnTo>
                    <a:pt x="1983594" y="0"/>
                  </a:lnTo>
                  <a:close/>
                </a:path>
                <a:path w="2891154" h="3615054">
                  <a:moveTo>
                    <a:pt x="2890922" y="991528"/>
                  </a:moveTo>
                  <a:lnTo>
                    <a:pt x="1983594" y="994761"/>
                  </a:lnTo>
                  <a:lnTo>
                    <a:pt x="2890935" y="994761"/>
                  </a:lnTo>
                  <a:lnTo>
                    <a:pt x="2890922" y="991528"/>
                  </a:lnTo>
                  <a:close/>
                </a:path>
              </a:pathLst>
            </a:custGeom>
            <a:solidFill>
              <a:srgbClr val="000000">
                <a:alpha val="16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3" name="object 43" descr=""/>
          <p:cNvGrpSpPr/>
          <p:nvPr/>
        </p:nvGrpSpPr>
        <p:grpSpPr>
          <a:xfrm>
            <a:off x="10743128" y="575898"/>
            <a:ext cx="4115435" cy="8921750"/>
            <a:chOff x="10743128" y="575898"/>
            <a:chExt cx="4115435" cy="8921750"/>
          </a:xfrm>
        </p:grpSpPr>
        <p:sp>
          <p:nvSpPr>
            <p:cNvPr id="44" name="object 44" descr=""/>
            <p:cNvSpPr/>
            <p:nvPr/>
          </p:nvSpPr>
          <p:spPr>
            <a:xfrm>
              <a:off x="10743128" y="575898"/>
              <a:ext cx="4115435" cy="8921750"/>
            </a:xfrm>
            <a:custGeom>
              <a:avLst/>
              <a:gdLst/>
              <a:ahLst/>
              <a:cxnLst/>
              <a:rect l="l" t="t" r="r" b="b"/>
              <a:pathLst>
                <a:path w="4115434" h="8921750">
                  <a:moveTo>
                    <a:pt x="4115057" y="0"/>
                  </a:moveTo>
                  <a:lnTo>
                    <a:pt x="0" y="0"/>
                  </a:lnTo>
                  <a:lnTo>
                    <a:pt x="0" y="8921194"/>
                  </a:lnTo>
                  <a:lnTo>
                    <a:pt x="4115057" y="8921194"/>
                  </a:lnTo>
                  <a:lnTo>
                    <a:pt x="411505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5" name="object 45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1057255" y="3528688"/>
              <a:ext cx="3448261" cy="4387300"/>
            </a:xfrm>
            <a:prstGeom prst="rect">
              <a:avLst/>
            </a:prstGeom>
          </p:spPr>
        </p:pic>
        <p:pic>
          <p:nvPicPr>
            <p:cNvPr id="46" name="object 46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1099138" y="3528688"/>
              <a:ext cx="3364483" cy="4303529"/>
            </a:xfrm>
            <a:prstGeom prst="rect">
              <a:avLst/>
            </a:prstGeom>
          </p:spPr>
        </p:pic>
        <p:sp>
          <p:nvSpPr>
            <p:cNvPr id="47" name="object 47" descr=""/>
            <p:cNvSpPr/>
            <p:nvPr/>
          </p:nvSpPr>
          <p:spPr>
            <a:xfrm>
              <a:off x="11099127" y="691082"/>
              <a:ext cx="3364865" cy="7141845"/>
            </a:xfrm>
            <a:custGeom>
              <a:avLst/>
              <a:gdLst/>
              <a:ahLst/>
              <a:cxnLst/>
              <a:rect l="l" t="t" r="r" b="b"/>
              <a:pathLst>
                <a:path w="3364865" h="7141845">
                  <a:moveTo>
                    <a:pt x="324561" y="185534"/>
                  </a:moveTo>
                  <a:lnTo>
                    <a:pt x="320738" y="158140"/>
                  </a:lnTo>
                  <a:lnTo>
                    <a:pt x="312039" y="142252"/>
                  </a:lnTo>
                  <a:lnTo>
                    <a:pt x="310451" y="139357"/>
                  </a:lnTo>
                  <a:lnTo>
                    <a:pt x="300863" y="132461"/>
                  </a:lnTo>
                  <a:lnTo>
                    <a:pt x="300863" y="166712"/>
                  </a:lnTo>
                  <a:lnTo>
                    <a:pt x="299110" y="175691"/>
                  </a:lnTo>
                  <a:lnTo>
                    <a:pt x="294132" y="182968"/>
                  </a:lnTo>
                  <a:lnTo>
                    <a:pt x="286664" y="187744"/>
                  </a:lnTo>
                  <a:lnTo>
                    <a:pt x="277355" y="189458"/>
                  </a:lnTo>
                  <a:lnTo>
                    <a:pt x="268084" y="187718"/>
                  </a:lnTo>
                  <a:lnTo>
                    <a:pt x="260756" y="182841"/>
                  </a:lnTo>
                  <a:lnTo>
                    <a:pt x="255930" y="175412"/>
                  </a:lnTo>
                  <a:lnTo>
                    <a:pt x="254266" y="166306"/>
                  </a:lnTo>
                  <a:lnTo>
                    <a:pt x="254203" y="165823"/>
                  </a:lnTo>
                  <a:lnTo>
                    <a:pt x="256032" y="156578"/>
                  </a:lnTo>
                  <a:lnTo>
                    <a:pt x="261023" y="149098"/>
                  </a:lnTo>
                  <a:lnTo>
                    <a:pt x="268452" y="144081"/>
                  </a:lnTo>
                  <a:lnTo>
                    <a:pt x="277596" y="142252"/>
                  </a:lnTo>
                  <a:lnTo>
                    <a:pt x="286766" y="144119"/>
                  </a:lnTo>
                  <a:lnTo>
                    <a:pt x="294170" y="149225"/>
                  </a:lnTo>
                  <a:lnTo>
                    <a:pt x="299110" y="156857"/>
                  </a:lnTo>
                  <a:lnTo>
                    <a:pt x="300824" y="165823"/>
                  </a:lnTo>
                  <a:lnTo>
                    <a:pt x="300863" y="166712"/>
                  </a:lnTo>
                  <a:lnTo>
                    <a:pt x="300863" y="132461"/>
                  </a:lnTo>
                  <a:lnTo>
                    <a:pt x="295427" y="128549"/>
                  </a:lnTo>
                  <a:lnTo>
                    <a:pt x="277431" y="125082"/>
                  </a:lnTo>
                  <a:lnTo>
                    <a:pt x="259778" y="128193"/>
                  </a:lnTo>
                  <a:lnTo>
                    <a:pt x="245910" y="136829"/>
                  </a:lnTo>
                  <a:lnTo>
                    <a:pt x="236842" y="149961"/>
                  </a:lnTo>
                  <a:lnTo>
                    <a:pt x="233705" y="165976"/>
                  </a:lnTo>
                  <a:lnTo>
                    <a:pt x="233591" y="166712"/>
                  </a:lnTo>
                  <a:lnTo>
                    <a:pt x="236423" y="182257"/>
                  </a:lnTo>
                  <a:lnTo>
                    <a:pt x="244360" y="194589"/>
                  </a:lnTo>
                  <a:lnTo>
                    <a:pt x="256540" y="202730"/>
                  </a:lnTo>
                  <a:lnTo>
                    <a:pt x="272122" y="205651"/>
                  </a:lnTo>
                  <a:lnTo>
                    <a:pt x="283159" y="204216"/>
                  </a:lnTo>
                  <a:lnTo>
                    <a:pt x="291985" y="200355"/>
                  </a:lnTo>
                  <a:lnTo>
                    <a:pt x="298589" y="194754"/>
                  </a:lnTo>
                  <a:lnTo>
                    <a:pt x="302056" y="189458"/>
                  </a:lnTo>
                  <a:lnTo>
                    <a:pt x="302958" y="188074"/>
                  </a:lnTo>
                  <a:lnTo>
                    <a:pt x="304596" y="188074"/>
                  </a:lnTo>
                  <a:lnTo>
                    <a:pt x="289026" y="228460"/>
                  </a:lnTo>
                  <a:lnTo>
                    <a:pt x="276948" y="231673"/>
                  </a:lnTo>
                  <a:lnTo>
                    <a:pt x="266560" y="231673"/>
                  </a:lnTo>
                  <a:lnTo>
                    <a:pt x="259283" y="226275"/>
                  </a:lnTo>
                  <a:lnTo>
                    <a:pt x="256171" y="218008"/>
                  </a:lnTo>
                  <a:lnTo>
                    <a:pt x="255917" y="217195"/>
                  </a:lnTo>
                  <a:lnTo>
                    <a:pt x="235140" y="217195"/>
                  </a:lnTo>
                  <a:lnTo>
                    <a:pt x="261823" y="246722"/>
                  </a:lnTo>
                  <a:lnTo>
                    <a:pt x="276948" y="249008"/>
                  </a:lnTo>
                  <a:lnTo>
                    <a:pt x="296913" y="244703"/>
                  </a:lnTo>
                  <a:lnTo>
                    <a:pt x="311886" y="232257"/>
                  </a:lnTo>
                  <a:lnTo>
                    <a:pt x="312166" y="231673"/>
                  </a:lnTo>
                  <a:lnTo>
                    <a:pt x="321297" y="212356"/>
                  </a:lnTo>
                  <a:lnTo>
                    <a:pt x="324269" y="188074"/>
                  </a:lnTo>
                  <a:lnTo>
                    <a:pt x="324561" y="185699"/>
                  </a:lnTo>
                  <a:lnTo>
                    <a:pt x="324561" y="185534"/>
                  </a:lnTo>
                  <a:close/>
                </a:path>
                <a:path w="3364865" h="7141845">
                  <a:moveTo>
                    <a:pt x="371348" y="210070"/>
                  </a:moveTo>
                  <a:lnTo>
                    <a:pt x="365874" y="204431"/>
                  </a:lnTo>
                  <a:lnTo>
                    <a:pt x="350901" y="204431"/>
                  </a:lnTo>
                  <a:lnTo>
                    <a:pt x="345338" y="210070"/>
                  </a:lnTo>
                  <a:lnTo>
                    <a:pt x="345338" y="224637"/>
                  </a:lnTo>
                  <a:lnTo>
                    <a:pt x="350901" y="230276"/>
                  </a:lnTo>
                  <a:lnTo>
                    <a:pt x="365874" y="230276"/>
                  </a:lnTo>
                  <a:lnTo>
                    <a:pt x="371348" y="224637"/>
                  </a:lnTo>
                  <a:lnTo>
                    <a:pt x="371348" y="210070"/>
                  </a:lnTo>
                  <a:close/>
                </a:path>
                <a:path w="3364865" h="7141845">
                  <a:moveTo>
                    <a:pt x="371348" y="149377"/>
                  </a:moveTo>
                  <a:lnTo>
                    <a:pt x="365874" y="143725"/>
                  </a:lnTo>
                  <a:lnTo>
                    <a:pt x="350901" y="143725"/>
                  </a:lnTo>
                  <a:lnTo>
                    <a:pt x="345338" y="149377"/>
                  </a:lnTo>
                  <a:lnTo>
                    <a:pt x="345338" y="163855"/>
                  </a:lnTo>
                  <a:lnTo>
                    <a:pt x="350901" y="169583"/>
                  </a:lnTo>
                  <a:lnTo>
                    <a:pt x="365874" y="169583"/>
                  </a:lnTo>
                  <a:lnTo>
                    <a:pt x="371348" y="163855"/>
                  </a:lnTo>
                  <a:lnTo>
                    <a:pt x="371348" y="149377"/>
                  </a:lnTo>
                  <a:close/>
                </a:path>
                <a:path w="3364865" h="7141845">
                  <a:moveTo>
                    <a:pt x="485470" y="205981"/>
                  </a:moveTo>
                  <a:lnTo>
                    <a:pt x="469595" y="205981"/>
                  </a:lnTo>
                  <a:lnTo>
                    <a:pt x="469595" y="144881"/>
                  </a:lnTo>
                  <a:lnTo>
                    <a:pt x="469595" y="128028"/>
                  </a:lnTo>
                  <a:lnTo>
                    <a:pt x="449719" y="128028"/>
                  </a:lnTo>
                  <a:lnTo>
                    <a:pt x="449719" y="144881"/>
                  </a:lnTo>
                  <a:lnTo>
                    <a:pt x="449719" y="206476"/>
                  </a:lnTo>
                  <a:lnTo>
                    <a:pt x="411276" y="206476"/>
                  </a:lnTo>
                  <a:lnTo>
                    <a:pt x="411276" y="205244"/>
                  </a:lnTo>
                  <a:lnTo>
                    <a:pt x="420217" y="189953"/>
                  </a:lnTo>
                  <a:lnTo>
                    <a:pt x="429641" y="174485"/>
                  </a:lnTo>
                  <a:lnTo>
                    <a:pt x="439178" y="159296"/>
                  </a:lnTo>
                  <a:lnTo>
                    <a:pt x="448500" y="144881"/>
                  </a:lnTo>
                  <a:lnTo>
                    <a:pt x="449719" y="144881"/>
                  </a:lnTo>
                  <a:lnTo>
                    <a:pt x="449719" y="128028"/>
                  </a:lnTo>
                  <a:lnTo>
                    <a:pt x="439737" y="128028"/>
                  </a:lnTo>
                  <a:lnTo>
                    <a:pt x="427609" y="146773"/>
                  </a:lnTo>
                  <a:lnTo>
                    <a:pt x="415417" y="166255"/>
                  </a:lnTo>
                  <a:lnTo>
                    <a:pt x="403352" y="186156"/>
                  </a:lnTo>
                  <a:lnTo>
                    <a:pt x="391744" y="205981"/>
                  </a:lnTo>
                  <a:lnTo>
                    <a:pt x="391642" y="223405"/>
                  </a:lnTo>
                  <a:lnTo>
                    <a:pt x="449389" y="223405"/>
                  </a:lnTo>
                  <a:lnTo>
                    <a:pt x="449389" y="246062"/>
                  </a:lnTo>
                  <a:lnTo>
                    <a:pt x="469595" y="246062"/>
                  </a:lnTo>
                  <a:lnTo>
                    <a:pt x="469595" y="223405"/>
                  </a:lnTo>
                  <a:lnTo>
                    <a:pt x="485470" y="223405"/>
                  </a:lnTo>
                  <a:lnTo>
                    <a:pt x="485470" y="206476"/>
                  </a:lnTo>
                  <a:lnTo>
                    <a:pt x="485470" y="205981"/>
                  </a:lnTo>
                  <a:close/>
                </a:path>
                <a:path w="3364865" h="7141845">
                  <a:moveTo>
                    <a:pt x="552145" y="128028"/>
                  </a:moveTo>
                  <a:lnTo>
                    <a:pt x="531126" y="128028"/>
                  </a:lnTo>
                  <a:lnTo>
                    <a:pt x="500278" y="149707"/>
                  </a:lnTo>
                  <a:lnTo>
                    <a:pt x="500278" y="169583"/>
                  </a:lnTo>
                  <a:lnTo>
                    <a:pt x="529653" y="148805"/>
                  </a:lnTo>
                  <a:lnTo>
                    <a:pt x="531037" y="148805"/>
                  </a:lnTo>
                  <a:lnTo>
                    <a:pt x="531037" y="246062"/>
                  </a:lnTo>
                  <a:lnTo>
                    <a:pt x="552145" y="246062"/>
                  </a:lnTo>
                  <a:lnTo>
                    <a:pt x="552145" y="148805"/>
                  </a:lnTo>
                  <a:lnTo>
                    <a:pt x="552145" y="128028"/>
                  </a:lnTo>
                  <a:close/>
                </a:path>
                <a:path w="3364865" h="7141845">
                  <a:moveTo>
                    <a:pt x="2355951" y="193713"/>
                  </a:moveTo>
                  <a:lnTo>
                    <a:pt x="2350833" y="149301"/>
                  </a:lnTo>
                  <a:lnTo>
                    <a:pt x="2336266" y="108521"/>
                  </a:lnTo>
                  <a:lnTo>
                    <a:pt x="2313394" y="72555"/>
                  </a:lnTo>
                  <a:lnTo>
                    <a:pt x="2283396" y="42557"/>
                  </a:lnTo>
                  <a:lnTo>
                    <a:pt x="2247430" y="19685"/>
                  </a:lnTo>
                  <a:lnTo>
                    <a:pt x="2206663" y="5118"/>
                  </a:lnTo>
                  <a:lnTo>
                    <a:pt x="2162238" y="0"/>
                  </a:lnTo>
                  <a:lnTo>
                    <a:pt x="1691055" y="0"/>
                  </a:lnTo>
                  <a:lnTo>
                    <a:pt x="1240802" y="0"/>
                  </a:lnTo>
                  <a:lnTo>
                    <a:pt x="1196390" y="5118"/>
                  </a:lnTo>
                  <a:lnTo>
                    <a:pt x="1155611" y="19685"/>
                  </a:lnTo>
                  <a:lnTo>
                    <a:pt x="1119644" y="42557"/>
                  </a:lnTo>
                  <a:lnTo>
                    <a:pt x="1089647" y="72555"/>
                  </a:lnTo>
                  <a:lnTo>
                    <a:pt x="1066787" y="108521"/>
                  </a:lnTo>
                  <a:lnTo>
                    <a:pt x="1052207" y="149301"/>
                  </a:lnTo>
                  <a:lnTo>
                    <a:pt x="1047089" y="193713"/>
                  </a:lnTo>
                  <a:lnTo>
                    <a:pt x="1052207" y="238125"/>
                  </a:lnTo>
                  <a:lnTo>
                    <a:pt x="1066787" y="278904"/>
                  </a:lnTo>
                  <a:lnTo>
                    <a:pt x="1089647" y="314871"/>
                  </a:lnTo>
                  <a:lnTo>
                    <a:pt x="1119644" y="344868"/>
                  </a:lnTo>
                  <a:lnTo>
                    <a:pt x="1155611" y="367741"/>
                  </a:lnTo>
                  <a:lnTo>
                    <a:pt x="1196390" y="382308"/>
                  </a:lnTo>
                  <a:lnTo>
                    <a:pt x="1240802" y="387426"/>
                  </a:lnTo>
                  <a:lnTo>
                    <a:pt x="1691055" y="387426"/>
                  </a:lnTo>
                  <a:lnTo>
                    <a:pt x="2162238" y="387426"/>
                  </a:lnTo>
                  <a:lnTo>
                    <a:pt x="2206663" y="382308"/>
                  </a:lnTo>
                  <a:lnTo>
                    <a:pt x="2247430" y="367741"/>
                  </a:lnTo>
                  <a:lnTo>
                    <a:pt x="2283396" y="344868"/>
                  </a:lnTo>
                  <a:lnTo>
                    <a:pt x="2313394" y="314871"/>
                  </a:lnTo>
                  <a:lnTo>
                    <a:pt x="2336266" y="278904"/>
                  </a:lnTo>
                  <a:lnTo>
                    <a:pt x="2350833" y="238125"/>
                  </a:lnTo>
                  <a:lnTo>
                    <a:pt x="2355951" y="193713"/>
                  </a:lnTo>
                  <a:close/>
                </a:path>
                <a:path w="3364865" h="7141845">
                  <a:moveTo>
                    <a:pt x="2620861" y="214109"/>
                  </a:moveTo>
                  <a:lnTo>
                    <a:pt x="2616174" y="209423"/>
                  </a:lnTo>
                  <a:lnTo>
                    <a:pt x="2594140" y="209423"/>
                  </a:lnTo>
                  <a:lnTo>
                    <a:pt x="2589441" y="214109"/>
                  </a:lnTo>
                  <a:lnTo>
                    <a:pt x="2589441" y="219887"/>
                  </a:lnTo>
                  <a:lnTo>
                    <a:pt x="2589441" y="246621"/>
                  </a:lnTo>
                  <a:lnTo>
                    <a:pt x="2594140" y="251307"/>
                  </a:lnTo>
                  <a:lnTo>
                    <a:pt x="2616174" y="251307"/>
                  </a:lnTo>
                  <a:lnTo>
                    <a:pt x="2620861" y="246621"/>
                  </a:lnTo>
                  <a:lnTo>
                    <a:pt x="2620861" y="214109"/>
                  </a:lnTo>
                  <a:close/>
                </a:path>
                <a:path w="3364865" h="7141845">
                  <a:moveTo>
                    <a:pt x="2673210" y="187934"/>
                  </a:moveTo>
                  <a:lnTo>
                    <a:pt x="2668536" y="183248"/>
                  </a:lnTo>
                  <a:lnTo>
                    <a:pt x="2646489" y="183248"/>
                  </a:lnTo>
                  <a:lnTo>
                    <a:pt x="2641803" y="187934"/>
                  </a:lnTo>
                  <a:lnTo>
                    <a:pt x="2641803" y="193713"/>
                  </a:lnTo>
                  <a:lnTo>
                    <a:pt x="2641803" y="246621"/>
                  </a:lnTo>
                  <a:lnTo>
                    <a:pt x="2646489" y="251307"/>
                  </a:lnTo>
                  <a:lnTo>
                    <a:pt x="2668536" y="251307"/>
                  </a:lnTo>
                  <a:lnTo>
                    <a:pt x="2673210" y="246621"/>
                  </a:lnTo>
                  <a:lnTo>
                    <a:pt x="2673210" y="187934"/>
                  </a:lnTo>
                  <a:close/>
                </a:path>
                <a:path w="3364865" h="7141845">
                  <a:moveTo>
                    <a:pt x="2725572" y="151282"/>
                  </a:moveTo>
                  <a:lnTo>
                    <a:pt x="2720886" y="146596"/>
                  </a:lnTo>
                  <a:lnTo>
                    <a:pt x="2698851" y="146596"/>
                  </a:lnTo>
                  <a:lnTo>
                    <a:pt x="2694152" y="151282"/>
                  </a:lnTo>
                  <a:lnTo>
                    <a:pt x="2694152" y="157060"/>
                  </a:lnTo>
                  <a:lnTo>
                    <a:pt x="2694152" y="246621"/>
                  </a:lnTo>
                  <a:lnTo>
                    <a:pt x="2698851" y="251307"/>
                  </a:lnTo>
                  <a:lnTo>
                    <a:pt x="2720886" y="251307"/>
                  </a:lnTo>
                  <a:lnTo>
                    <a:pt x="2725572" y="246621"/>
                  </a:lnTo>
                  <a:lnTo>
                    <a:pt x="2725572" y="151282"/>
                  </a:lnTo>
                  <a:close/>
                </a:path>
                <a:path w="3364865" h="7141845">
                  <a:moveTo>
                    <a:pt x="2777921" y="130340"/>
                  </a:moveTo>
                  <a:lnTo>
                    <a:pt x="2773235" y="125653"/>
                  </a:lnTo>
                  <a:lnTo>
                    <a:pt x="2751201" y="125653"/>
                  </a:lnTo>
                  <a:lnTo>
                    <a:pt x="2746514" y="130340"/>
                  </a:lnTo>
                  <a:lnTo>
                    <a:pt x="2746514" y="136118"/>
                  </a:lnTo>
                  <a:lnTo>
                    <a:pt x="2746514" y="246621"/>
                  </a:lnTo>
                  <a:lnTo>
                    <a:pt x="2751201" y="251307"/>
                  </a:lnTo>
                  <a:lnTo>
                    <a:pt x="2773235" y="251307"/>
                  </a:lnTo>
                  <a:lnTo>
                    <a:pt x="2777921" y="246621"/>
                  </a:lnTo>
                  <a:lnTo>
                    <a:pt x="2777921" y="130340"/>
                  </a:lnTo>
                  <a:close/>
                </a:path>
                <a:path w="3364865" h="7141845">
                  <a:moveTo>
                    <a:pt x="3364496" y="2837611"/>
                  </a:moveTo>
                  <a:lnTo>
                    <a:pt x="3359264" y="2837611"/>
                  </a:lnTo>
                  <a:lnTo>
                    <a:pt x="3359264" y="2837269"/>
                  </a:lnTo>
                  <a:lnTo>
                    <a:pt x="3354032" y="2837269"/>
                  </a:lnTo>
                  <a:lnTo>
                    <a:pt x="3354032" y="7136219"/>
                  </a:lnTo>
                  <a:lnTo>
                    <a:pt x="10477" y="7136219"/>
                  </a:lnTo>
                  <a:lnTo>
                    <a:pt x="10477" y="7135914"/>
                  </a:lnTo>
                  <a:lnTo>
                    <a:pt x="3354032" y="7135914"/>
                  </a:lnTo>
                  <a:lnTo>
                    <a:pt x="3354032" y="7130669"/>
                  </a:lnTo>
                  <a:lnTo>
                    <a:pt x="10477" y="7130669"/>
                  </a:lnTo>
                  <a:lnTo>
                    <a:pt x="10477" y="2848699"/>
                  </a:lnTo>
                  <a:lnTo>
                    <a:pt x="10477" y="2848076"/>
                  </a:lnTo>
                  <a:lnTo>
                    <a:pt x="3354032" y="2848076"/>
                  </a:lnTo>
                  <a:lnTo>
                    <a:pt x="3354032" y="2842844"/>
                  </a:lnTo>
                  <a:lnTo>
                    <a:pt x="10477" y="2842844"/>
                  </a:lnTo>
                  <a:lnTo>
                    <a:pt x="10477" y="2842349"/>
                  </a:lnTo>
                  <a:lnTo>
                    <a:pt x="3354032" y="2842349"/>
                  </a:lnTo>
                  <a:lnTo>
                    <a:pt x="3354032" y="2837269"/>
                  </a:lnTo>
                  <a:lnTo>
                    <a:pt x="5245" y="2837269"/>
                  </a:lnTo>
                  <a:lnTo>
                    <a:pt x="0" y="2837269"/>
                  </a:lnTo>
                  <a:lnTo>
                    <a:pt x="0" y="2848699"/>
                  </a:lnTo>
                  <a:lnTo>
                    <a:pt x="0" y="7131139"/>
                  </a:lnTo>
                  <a:lnTo>
                    <a:pt x="0" y="7141299"/>
                  </a:lnTo>
                  <a:lnTo>
                    <a:pt x="5245" y="7141299"/>
                  </a:lnTo>
                  <a:lnTo>
                    <a:pt x="3359264" y="7141299"/>
                  </a:lnTo>
                  <a:lnTo>
                    <a:pt x="3359264" y="7141146"/>
                  </a:lnTo>
                  <a:lnTo>
                    <a:pt x="3364496" y="7141146"/>
                  </a:lnTo>
                  <a:lnTo>
                    <a:pt x="3364496" y="7131139"/>
                  </a:lnTo>
                  <a:lnTo>
                    <a:pt x="3364496" y="7130669"/>
                  </a:lnTo>
                  <a:lnTo>
                    <a:pt x="3364496" y="2848699"/>
                  </a:lnTo>
                  <a:lnTo>
                    <a:pt x="3359264" y="2848699"/>
                  </a:lnTo>
                  <a:lnTo>
                    <a:pt x="3359264" y="2848076"/>
                  </a:lnTo>
                  <a:lnTo>
                    <a:pt x="3364496" y="2848076"/>
                  </a:lnTo>
                  <a:lnTo>
                    <a:pt x="3364496" y="283761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8" name="object 4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960822" y="816729"/>
              <a:ext cx="178015" cy="123910"/>
            </a:xfrm>
            <a:prstGeom prst="rect">
              <a:avLst/>
            </a:prstGeom>
          </p:spPr>
        </p:pic>
        <p:sp>
          <p:nvSpPr>
            <p:cNvPr id="49" name="object 49" descr=""/>
            <p:cNvSpPr/>
            <p:nvPr/>
          </p:nvSpPr>
          <p:spPr>
            <a:xfrm>
              <a:off x="14222594" y="816729"/>
              <a:ext cx="262255" cy="136525"/>
            </a:xfrm>
            <a:custGeom>
              <a:avLst/>
              <a:gdLst/>
              <a:ahLst/>
              <a:cxnLst/>
              <a:rect l="l" t="t" r="r" b="b"/>
              <a:pathLst>
                <a:path w="262255" h="136525">
                  <a:moveTo>
                    <a:pt x="41883" y="0"/>
                  </a:moveTo>
                  <a:lnTo>
                    <a:pt x="25580" y="3291"/>
                  </a:lnTo>
                  <a:lnTo>
                    <a:pt x="12267" y="12267"/>
                  </a:lnTo>
                  <a:lnTo>
                    <a:pt x="3291" y="25580"/>
                  </a:lnTo>
                  <a:lnTo>
                    <a:pt x="0" y="41883"/>
                  </a:lnTo>
                  <a:lnTo>
                    <a:pt x="0" y="94237"/>
                  </a:lnTo>
                  <a:lnTo>
                    <a:pt x="3291" y="110540"/>
                  </a:lnTo>
                  <a:lnTo>
                    <a:pt x="12267" y="123854"/>
                  </a:lnTo>
                  <a:lnTo>
                    <a:pt x="25580" y="132830"/>
                  </a:lnTo>
                  <a:lnTo>
                    <a:pt x="41883" y="136121"/>
                  </a:lnTo>
                  <a:lnTo>
                    <a:pt x="41883" y="125650"/>
                  </a:lnTo>
                  <a:lnTo>
                    <a:pt x="29656" y="123182"/>
                  </a:lnTo>
                  <a:lnTo>
                    <a:pt x="19671" y="116450"/>
                  </a:lnTo>
                  <a:lnTo>
                    <a:pt x="12939" y="106465"/>
                  </a:lnTo>
                  <a:lnTo>
                    <a:pt x="10470" y="94237"/>
                  </a:lnTo>
                  <a:lnTo>
                    <a:pt x="10470" y="41883"/>
                  </a:lnTo>
                  <a:lnTo>
                    <a:pt x="12939" y="29656"/>
                  </a:lnTo>
                  <a:lnTo>
                    <a:pt x="19671" y="19671"/>
                  </a:lnTo>
                  <a:lnTo>
                    <a:pt x="29656" y="12939"/>
                  </a:lnTo>
                  <a:lnTo>
                    <a:pt x="41883" y="10470"/>
                  </a:lnTo>
                  <a:lnTo>
                    <a:pt x="41883" y="0"/>
                  </a:lnTo>
                  <a:close/>
                </a:path>
                <a:path w="262255" h="136525">
                  <a:moveTo>
                    <a:pt x="219888" y="125650"/>
                  </a:moveTo>
                  <a:lnTo>
                    <a:pt x="41883" y="125650"/>
                  </a:lnTo>
                  <a:lnTo>
                    <a:pt x="41883" y="136121"/>
                  </a:lnTo>
                  <a:lnTo>
                    <a:pt x="219888" y="136121"/>
                  </a:lnTo>
                  <a:lnTo>
                    <a:pt x="219888" y="125650"/>
                  </a:lnTo>
                  <a:close/>
                </a:path>
                <a:path w="262255" h="136525">
                  <a:moveTo>
                    <a:pt x="219888" y="0"/>
                  </a:moveTo>
                  <a:lnTo>
                    <a:pt x="219888" y="10470"/>
                  </a:lnTo>
                  <a:lnTo>
                    <a:pt x="232115" y="12939"/>
                  </a:lnTo>
                  <a:lnTo>
                    <a:pt x="242100" y="19671"/>
                  </a:lnTo>
                  <a:lnTo>
                    <a:pt x="248832" y="29656"/>
                  </a:lnTo>
                  <a:lnTo>
                    <a:pt x="251301" y="41883"/>
                  </a:lnTo>
                  <a:lnTo>
                    <a:pt x="251301" y="94237"/>
                  </a:lnTo>
                  <a:lnTo>
                    <a:pt x="248832" y="106465"/>
                  </a:lnTo>
                  <a:lnTo>
                    <a:pt x="242100" y="116450"/>
                  </a:lnTo>
                  <a:lnTo>
                    <a:pt x="232115" y="123182"/>
                  </a:lnTo>
                  <a:lnTo>
                    <a:pt x="219888" y="125650"/>
                  </a:lnTo>
                  <a:lnTo>
                    <a:pt x="219888" y="136121"/>
                  </a:lnTo>
                  <a:lnTo>
                    <a:pt x="236191" y="132830"/>
                  </a:lnTo>
                  <a:lnTo>
                    <a:pt x="249504" y="123854"/>
                  </a:lnTo>
                  <a:lnTo>
                    <a:pt x="258480" y="110540"/>
                  </a:lnTo>
                  <a:lnTo>
                    <a:pt x="261772" y="94237"/>
                  </a:lnTo>
                  <a:lnTo>
                    <a:pt x="261772" y="41883"/>
                  </a:lnTo>
                  <a:lnTo>
                    <a:pt x="258480" y="25580"/>
                  </a:lnTo>
                  <a:lnTo>
                    <a:pt x="249504" y="12267"/>
                  </a:lnTo>
                  <a:lnTo>
                    <a:pt x="236191" y="3291"/>
                  </a:lnTo>
                  <a:lnTo>
                    <a:pt x="219888" y="0"/>
                  </a:lnTo>
                  <a:close/>
                </a:path>
                <a:path w="262255" h="136525">
                  <a:moveTo>
                    <a:pt x="219888" y="0"/>
                  </a:moveTo>
                  <a:lnTo>
                    <a:pt x="41883" y="0"/>
                  </a:lnTo>
                  <a:lnTo>
                    <a:pt x="41883" y="10470"/>
                  </a:lnTo>
                  <a:lnTo>
                    <a:pt x="219888" y="10470"/>
                  </a:lnTo>
                  <a:lnTo>
                    <a:pt x="219888" y="0"/>
                  </a:lnTo>
                  <a:close/>
                </a:path>
              </a:pathLst>
            </a:custGeom>
            <a:solidFill>
              <a:srgbClr val="000000">
                <a:alpha val="34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14494837" y="869083"/>
              <a:ext cx="15240" cy="44450"/>
            </a:xfrm>
            <a:custGeom>
              <a:avLst/>
              <a:gdLst/>
              <a:ahLst/>
              <a:cxnLst/>
              <a:rect l="l" t="t" r="r" b="b"/>
              <a:pathLst>
                <a:path w="15240" h="44450">
                  <a:moveTo>
                    <a:pt x="0" y="0"/>
                  </a:moveTo>
                  <a:lnTo>
                    <a:pt x="0" y="44190"/>
                  </a:lnTo>
                  <a:lnTo>
                    <a:pt x="6044" y="40515"/>
                  </a:lnTo>
                  <a:lnTo>
                    <a:pt x="10673" y="35356"/>
                  </a:lnTo>
                  <a:lnTo>
                    <a:pt x="13636" y="29091"/>
                  </a:lnTo>
                  <a:lnTo>
                    <a:pt x="14679" y="22095"/>
                  </a:lnTo>
                  <a:lnTo>
                    <a:pt x="13636" y="15099"/>
                  </a:lnTo>
                  <a:lnTo>
                    <a:pt x="10673" y="8833"/>
                  </a:lnTo>
                  <a:lnTo>
                    <a:pt x="6044" y="36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3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1" name="object 51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4243536" y="837670"/>
              <a:ext cx="219888" cy="94237"/>
            </a:xfrm>
            <a:prstGeom prst="rect">
              <a:avLst/>
            </a:prstGeom>
          </p:spPr>
        </p:pic>
        <p:sp>
          <p:nvSpPr>
            <p:cNvPr id="52" name="object 52" descr=""/>
            <p:cNvSpPr/>
            <p:nvPr/>
          </p:nvSpPr>
          <p:spPr>
            <a:xfrm>
              <a:off x="12104343" y="9360971"/>
              <a:ext cx="1403350" cy="52705"/>
            </a:xfrm>
            <a:custGeom>
              <a:avLst/>
              <a:gdLst/>
              <a:ahLst/>
              <a:cxnLst/>
              <a:rect l="l" t="t" r="r" b="b"/>
              <a:pathLst>
                <a:path w="1403350" h="52704">
                  <a:moveTo>
                    <a:pt x="1376921" y="0"/>
                  </a:moveTo>
                  <a:lnTo>
                    <a:pt x="26177" y="0"/>
                  </a:lnTo>
                  <a:lnTo>
                    <a:pt x="15987" y="2057"/>
                  </a:lnTo>
                  <a:lnTo>
                    <a:pt x="7667" y="7667"/>
                  </a:lnTo>
                  <a:lnTo>
                    <a:pt x="2057" y="15987"/>
                  </a:lnTo>
                  <a:lnTo>
                    <a:pt x="0" y="26177"/>
                  </a:lnTo>
                  <a:lnTo>
                    <a:pt x="2057" y="36366"/>
                  </a:lnTo>
                  <a:lnTo>
                    <a:pt x="7667" y="44687"/>
                  </a:lnTo>
                  <a:lnTo>
                    <a:pt x="15987" y="50297"/>
                  </a:lnTo>
                  <a:lnTo>
                    <a:pt x="26177" y="52354"/>
                  </a:lnTo>
                  <a:lnTo>
                    <a:pt x="1376921" y="52354"/>
                  </a:lnTo>
                  <a:lnTo>
                    <a:pt x="1387110" y="50297"/>
                  </a:lnTo>
                  <a:lnTo>
                    <a:pt x="1395431" y="44687"/>
                  </a:lnTo>
                  <a:lnTo>
                    <a:pt x="1401041" y="36366"/>
                  </a:lnTo>
                  <a:lnTo>
                    <a:pt x="1403098" y="26177"/>
                  </a:lnTo>
                  <a:lnTo>
                    <a:pt x="1401041" y="15987"/>
                  </a:lnTo>
                  <a:lnTo>
                    <a:pt x="1395431" y="7667"/>
                  </a:lnTo>
                  <a:lnTo>
                    <a:pt x="1387110" y="2057"/>
                  </a:lnTo>
                  <a:lnTo>
                    <a:pt x="137692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3" name="object 53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0960027" y="1617066"/>
              <a:ext cx="2520703" cy="266246"/>
            </a:xfrm>
            <a:prstGeom prst="rect">
              <a:avLst/>
            </a:prstGeom>
          </p:spPr>
        </p:pic>
        <p:sp>
          <p:nvSpPr>
            <p:cNvPr id="54" name="object 54" descr=""/>
            <p:cNvSpPr/>
            <p:nvPr/>
          </p:nvSpPr>
          <p:spPr>
            <a:xfrm>
              <a:off x="13957847" y="1612404"/>
              <a:ext cx="670560" cy="273050"/>
            </a:xfrm>
            <a:custGeom>
              <a:avLst/>
              <a:gdLst/>
              <a:ahLst/>
              <a:cxnLst/>
              <a:rect l="l" t="t" r="r" b="b"/>
              <a:pathLst>
                <a:path w="670559" h="273050">
                  <a:moveTo>
                    <a:pt x="146735" y="78625"/>
                  </a:moveTo>
                  <a:lnTo>
                    <a:pt x="130746" y="62636"/>
                  </a:lnTo>
                  <a:lnTo>
                    <a:pt x="127584" y="62953"/>
                  </a:lnTo>
                  <a:lnTo>
                    <a:pt x="121818" y="65354"/>
                  </a:lnTo>
                  <a:lnTo>
                    <a:pt x="119392" y="67335"/>
                  </a:lnTo>
                  <a:lnTo>
                    <a:pt x="115925" y="72529"/>
                  </a:lnTo>
                  <a:lnTo>
                    <a:pt x="115011" y="75539"/>
                  </a:lnTo>
                  <a:lnTo>
                    <a:pt x="115011" y="82816"/>
                  </a:lnTo>
                  <a:lnTo>
                    <a:pt x="116674" y="86804"/>
                  </a:lnTo>
                  <a:lnTo>
                    <a:pt x="122567" y="92697"/>
                  </a:lnTo>
                  <a:lnTo>
                    <a:pt x="126555" y="94361"/>
                  </a:lnTo>
                  <a:lnTo>
                    <a:pt x="133832" y="94361"/>
                  </a:lnTo>
                  <a:lnTo>
                    <a:pt x="146735" y="78625"/>
                  </a:lnTo>
                  <a:close/>
                </a:path>
                <a:path w="670559" h="273050">
                  <a:moveTo>
                    <a:pt x="156895" y="196291"/>
                  </a:moveTo>
                  <a:lnTo>
                    <a:pt x="155803" y="193624"/>
                  </a:lnTo>
                  <a:lnTo>
                    <a:pt x="151879" y="189687"/>
                  </a:lnTo>
                  <a:lnTo>
                    <a:pt x="149199" y="188595"/>
                  </a:lnTo>
                  <a:lnTo>
                    <a:pt x="146431" y="188595"/>
                  </a:lnTo>
                  <a:lnTo>
                    <a:pt x="146405" y="130632"/>
                  </a:lnTo>
                  <a:lnTo>
                    <a:pt x="144221" y="125361"/>
                  </a:lnTo>
                  <a:lnTo>
                    <a:pt x="136372" y="117513"/>
                  </a:lnTo>
                  <a:lnTo>
                    <a:pt x="131038" y="115303"/>
                  </a:lnTo>
                  <a:lnTo>
                    <a:pt x="122707" y="115303"/>
                  </a:lnTo>
                  <a:lnTo>
                    <a:pt x="120040" y="116395"/>
                  </a:lnTo>
                  <a:lnTo>
                    <a:pt x="116116" y="120319"/>
                  </a:lnTo>
                  <a:lnTo>
                    <a:pt x="115062" y="122897"/>
                  </a:lnTo>
                  <a:lnTo>
                    <a:pt x="115011" y="128549"/>
                  </a:lnTo>
                  <a:lnTo>
                    <a:pt x="116116" y="131216"/>
                  </a:lnTo>
                  <a:lnTo>
                    <a:pt x="120040" y="135140"/>
                  </a:lnTo>
                  <a:lnTo>
                    <a:pt x="122707" y="136245"/>
                  </a:lnTo>
                  <a:lnTo>
                    <a:pt x="125488" y="136245"/>
                  </a:lnTo>
                  <a:lnTo>
                    <a:pt x="125590" y="194386"/>
                  </a:lnTo>
                  <a:lnTo>
                    <a:pt x="127698" y="199478"/>
                  </a:lnTo>
                  <a:lnTo>
                    <a:pt x="135547" y="207327"/>
                  </a:lnTo>
                  <a:lnTo>
                    <a:pt x="140881" y="209537"/>
                  </a:lnTo>
                  <a:lnTo>
                    <a:pt x="149199" y="209537"/>
                  </a:lnTo>
                  <a:lnTo>
                    <a:pt x="151879" y="208432"/>
                  </a:lnTo>
                  <a:lnTo>
                    <a:pt x="155803" y="204508"/>
                  </a:lnTo>
                  <a:lnTo>
                    <a:pt x="156895" y="201841"/>
                  </a:lnTo>
                  <a:lnTo>
                    <a:pt x="156895" y="196291"/>
                  </a:lnTo>
                  <a:close/>
                </a:path>
                <a:path w="670559" h="273050">
                  <a:moveTo>
                    <a:pt x="272084" y="136245"/>
                  </a:moveTo>
                  <a:lnTo>
                    <a:pt x="269417" y="109562"/>
                  </a:lnTo>
                  <a:lnTo>
                    <a:pt x="261670" y="84150"/>
                  </a:lnTo>
                  <a:lnTo>
                    <a:pt x="251142" y="64465"/>
                  </a:lnTo>
                  <a:lnTo>
                    <a:pt x="251142" y="136245"/>
                  </a:lnTo>
                  <a:lnTo>
                    <a:pt x="248881" y="158800"/>
                  </a:lnTo>
                  <a:lnTo>
                    <a:pt x="231749" y="200113"/>
                  </a:lnTo>
                  <a:lnTo>
                    <a:pt x="199834" y="232029"/>
                  </a:lnTo>
                  <a:lnTo>
                    <a:pt x="158521" y="249161"/>
                  </a:lnTo>
                  <a:lnTo>
                    <a:pt x="135953" y="251421"/>
                  </a:lnTo>
                  <a:lnTo>
                    <a:pt x="119011" y="250164"/>
                  </a:lnTo>
                  <a:lnTo>
                    <a:pt x="71970" y="232003"/>
                  </a:lnTo>
                  <a:lnTo>
                    <a:pt x="37185" y="195491"/>
                  </a:lnTo>
                  <a:lnTo>
                    <a:pt x="21336" y="147535"/>
                  </a:lnTo>
                  <a:lnTo>
                    <a:pt x="20916" y="130632"/>
                  </a:lnTo>
                  <a:lnTo>
                    <a:pt x="22987" y="113766"/>
                  </a:lnTo>
                  <a:lnTo>
                    <a:pt x="43421" y="67665"/>
                  </a:lnTo>
                  <a:lnTo>
                    <a:pt x="81661" y="34658"/>
                  </a:lnTo>
                  <a:lnTo>
                    <a:pt x="130352" y="21196"/>
                  </a:lnTo>
                  <a:lnTo>
                    <a:pt x="147256" y="21615"/>
                  </a:lnTo>
                  <a:lnTo>
                    <a:pt x="195211" y="37465"/>
                  </a:lnTo>
                  <a:lnTo>
                    <a:pt x="231724" y="72250"/>
                  </a:lnTo>
                  <a:lnTo>
                    <a:pt x="249885" y="119291"/>
                  </a:lnTo>
                  <a:lnTo>
                    <a:pt x="251142" y="136245"/>
                  </a:lnTo>
                  <a:lnTo>
                    <a:pt x="251142" y="64465"/>
                  </a:lnTo>
                  <a:lnTo>
                    <a:pt x="211442" y="23037"/>
                  </a:lnTo>
                  <a:lnTo>
                    <a:pt x="162623" y="2781"/>
                  </a:lnTo>
                  <a:lnTo>
                    <a:pt x="135953" y="114"/>
                  </a:lnTo>
                  <a:lnTo>
                    <a:pt x="115938" y="1600"/>
                  </a:lnTo>
                  <a:lnTo>
                    <a:pt x="77812" y="13169"/>
                  </a:lnTo>
                  <a:lnTo>
                    <a:pt x="44513" y="35420"/>
                  </a:lnTo>
                  <a:lnTo>
                    <a:pt x="19240" y="66217"/>
                  </a:lnTo>
                  <a:lnTo>
                    <a:pt x="3911" y="103212"/>
                  </a:lnTo>
                  <a:lnTo>
                    <a:pt x="0" y="142862"/>
                  </a:lnTo>
                  <a:lnTo>
                    <a:pt x="2451" y="162788"/>
                  </a:lnTo>
                  <a:lnTo>
                    <a:pt x="15913" y="200406"/>
                  </a:lnTo>
                  <a:lnTo>
                    <a:pt x="39712" y="232486"/>
                  </a:lnTo>
                  <a:lnTo>
                    <a:pt x="71793" y="256286"/>
                  </a:lnTo>
                  <a:lnTo>
                    <a:pt x="109410" y="269748"/>
                  </a:lnTo>
                  <a:lnTo>
                    <a:pt x="129336" y="272199"/>
                  </a:lnTo>
                  <a:lnTo>
                    <a:pt x="149301" y="271703"/>
                  </a:lnTo>
                  <a:lnTo>
                    <a:pt x="188048" y="262001"/>
                  </a:lnTo>
                  <a:lnTo>
                    <a:pt x="222313" y="241465"/>
                  </a:lnTo>
                  <a:lnTo>
                    <a:pt x="249135" y="211861"/>
                  </a:lnTo>
                  <a:lnTo>
                    <a:pt x="266217" y="175755"/>
                  </a:lnTo>
                  <a:lnTo>
                    <a:pt x="270598" y="156260"/>
                  </a:lnTo>
                  <a:lnTo>
                    <a:pt x="272084" y="136245"/>
                  </a:lnTo>
                  <a:close/>
                </a:path>
                <a:path w="670559" h="273050">
                  <a:moveTo>
                    <a:pt x="586206" y="136194"/>
                  </a:moveTo>
                  <a:lnTo>
                    <a:pt x="569201" y="93548"/>
                  </a:lnTo>
                  <a:lnTo>
                    <a:pt x="565264" y="89763"/>
                  </a:lnTo>
                  <a:lnTo>
                    <a:pt x="565264" y="127952"/>
                  </a:lnTo>
                  <a:lnTo>
                    <a:pt x="565264" y="136309"/>
                  </a:lnTo>
                  <a:lnTo>
                    <a:pt x="546620" y="171081"/>
                  </a:lnTo>
                  <a:lnTo>
                    <a:pt x="523379" y="178130"/>
                  </a:lnTo>
                  <a:lnTo>
                    <a:pt x="515099" y="178130"/>
                  </a:lnTo>
                  <a:lnTo>
                    <a:pt x="481520" y="144614"/>
                  </a:lnTo>
                  <a:lnTo>
                    <a:pt x="480695" y="136194"/>
                  </a:lnTo>
                  <a:lnTo>
                    <a:pt x="483920" y="119951"/>
                  </a:lnTo>
                  <a:lnTo>
                    <a:pt x="487908" y="112483"/>
                  </a:lnTo>
                  <a:lnTo>
                    <a:pt x="499618" y="100761"/>
                  </a:lnTo>
                  <a:lnTo>
                    <a:pt x="507085" y="96774"/>
                  </a:lnTo>
                  <a:lnTo>
                    <a:pt x="523341" y="93548"/>
                  </a:lnTo>
                  <a:lnTo>
                    <a:pt x="531761" y="94373"/>
                  </a:lnTo>
                  <a:lnTo>
                    <a:pt x="547065" y="100711"/>
                  </a:lnTo>
                  <a:lnTo>
                    <a:pt x="553605" y="106083"/>
                  </a:lnTo>
                  <a:lnTo>
                    <a:pt x="562800" y="119862"/>
                  </a:lnTo>
                  <a:lnTo>
                    <a:pt x="565264" y="127952"/>
                  </a:lnTo>
                  <a:lnTo>
                    <a:pt x="565264" y="89763"/>
                  </a:lnTo>
                  <a:lnTo>
                    <a:pt x="558228" y="83985"/>
                  </a:lnTo>
                  <a:lnTo>
                    <a:pt x="547420" y="78219"/>
                  </a:lnTo>
                  <a:lnTo>
                    <a:pt x="535698" y="74650"/>
                  </a:lnTo>
                  <a:lnTo>
                    <a:pt x="523379" y="73418"/>
                  </a:lnTo>
                  <a:lnTo>
                    <a:pt x="514134" y="74104"/>
                  </a:lnTo>
                  <a:lnTo>
                    <a:pt x="474814" y="96380"/>
                  </a:lnTo>
                  <a:lnTo>
                    <a:pt x="460629" y="139306"/>
                  </a:lnTo>
                  <a:lnTo>
                    <a:pt x="461759" y="148501"/>
                  </a:lnTo>
                  <a:lnTo>
                    <a:pt x="485978" y="186715"/>
                  </a:lnTo>
                  <a:lnTo>
                    <a:pt x="520319" y="198996"/>
                  </a:lnTo>
                  <a:lnTo>
                    <a:pt x="529539" y="198755"/>
                  </a:lnTo>
                  <a:lnTo>
                    <a:pt x="569925" y="178447"/>
                  </a:lnTo>
                  <a:lnTo>
                    <a:pt x="570166" y="178130"/>
                  </a:lnTo>
                  <a:lnTo>
                    <a:pt x="575652" y="171081"/>
                  </a:lnTo>
                  <a:lnTo>
                    <a:pt x="580186" y="163080"/>
                  </a:lnTo>
                  <a:lnTo>
                    <a:pt x="583501" y="154482"/>
                  </a:lnTo>
                  <a:lnTo>
                    <a:pt x="585508" y="145554"/>
                  </a:lnTo>
                  <a:lnTo>
                    <a:pt x="586206" y="136194"/>
                  </a:lnTo>
                  <a:close/>
                </a:path>
                <a:path w="670559" h="273050">
                  <a:moveTo>
                    <a:pt x="669975" y="136194"/>
                  </a:moveTo>
                  <a:lnTo>
                    <a:pt x="649020" y="94462"/>
                  </a:lnTo>
                  <a:lnTo>
                    <a:pt x="649020" y="136194"/>
                  </a:lnTo>
                  <a:lnTo>
                    <a:pt x="648665" y="145554"/>
                  </a:lnTo>
                  <a:lnTo>
                    <a:pt x="647585" y="154724"/>
                  </a:lnTo>
                  <a:lnTo>
                    <a:pt x="608609" y="176923"/>
                  </a:lnTo>
                  <a:lnTo>
                    <a:pt x="607250" y="178282"/>
                  </a:lnTo>
                  <a:lnTo>
                    <a:pt x="604634" y="182816"/>
                  </a:lnTo>
                  <a:lnTo>
                    <a:pt x="602919" y="185572"/>
                  </a:lnTo>
                  <a:lnTo>
                    <a:pt x="602361" y="187490"/>
                  </a:lnTo>
                  <a:lnTo>
                    <a:pt x="602170" y="231635"/>
                  </a:lnTo>
                  <a:lnTo>
                    <a:pt x="568947" y="250367"/>
                  </a:lnTo>
                  <a:lnTo>
                    <a:pt x="566508" y="248996"/>
                  </a:lnTo>
                  <a:lnTo>
                    <a:pt x="531241" y="229336"/>
                  </a:lnTo>
                  <a:lnTo>
                    <a:pt x="529666" y="228473"/>
                  </a:lnTo>
                  <a:lnTo>
                    <a:pt x="527951" y="228028"/>
                  </a:lnTo>
                  <a:lnTo>
                    <a:pt x="526110" y="228028"/>
                  </a:lnTo>
                  <a:lnTo>
                    <a:pt x="521106" y="228028"/>
                  </a:lnTo>
                  <a:lnTo>
                    <a:pt x="519239" y="227990"/>
                  </a:lnTo>
                  <a:lnTo>
                    <a:pt x="517385" y="228434"/>
                  </a:lnTo>
                  <a:lnTo>
                    <a:pt x="515734" y="229336"/>
                  </a:lnTo>
                  <a:lnTo>
                    <a:pt x="477989" y="250418"/>
                  </a:lnTo>
                  <a:lnTo>
                    <a:pt x="469150" y="246722"/>
                  </a:lnTo>
                  <a:lnTo>
                    <a:pt x="460629" y="242366"/>
                  </a:lnTo>
                  <a:lnTo>
                    <a:pt x="452462" y="237388"/>
                  </a:lnTo>
                  <a:lnTo>
                    <a:pt x="444690" y="231787"/>
                  </a:lnTo>
                  <a:lnTo>
                    <a:pt x="444563" y="195389"/>
                  </a:lnTo>
                  <a:lnTo>
                    <a:pt x="444487" y="187490"/>
                  </a:lnTo>
                  <a:lnTo>
                    <a:pt x="443992" y="185775"/>
                  </a:lnTo>
                  <a:lnTo>
                    <a:pt x="441337" y="181508"/>
                  </a:lnTo>
                  <a:lnTo>
                    <a:pt x="440601" y="180111"/>
                  </a:lnTo>
                  <a:lnTo>
                    <a:pt x="439661" y="178447"/>
                  </a:lnTo>
                  <a:lnTo>
                    <a:pt x="438315" y="177063"/>
                  </a:lnTo>
                  <a:lnTo>
                    <a:pt x="399237" y="154787"/>
                  </a:lnTo>
                  <a:lnTo>
                    <a:pt x="398145" y="145554"/>
                  </a:lnTo>
                  <a:lnTo>
                    <a:pt x="397789" y="136194"/>
                  </a:lnTo>
                  <a:lnTo>
                    <a:pt x="398157" y="126923"/>
                  </a:lnTo>
                  <a:lnTo>
                    <a:pt x="399237" y="117805"/>
                  </a:lnTo>
                  <a:lnTo>
                    <a:pt x="438200" y="95567"/>
                  </a:lnTo>
                  <a:lnTo>
                    <a:pt x="439559" y="94195"/>
                  </a:lnTo>
                  <a:lnTo>
                    <a:pt x="442150" y="89700"/>
                  </a:lnTo>
                  <a:lnTo>
                    <a:pt x="443903" y="86918"/>
                  </a:lnTo>
                  <a:lnTo>
                    <a:pt x="444449" y="85001"/>
                  </a:lnTo>
                  <a:lnTo>
                    <a:pt x="444652" y="40843"/>
                  </a:lnTo>
                  <a:lnTo>
                    <a:pt x="477850" y="22123"/>
                  </a:lnTo>
                  <a:lnTo>
                    <a:pt x="517169" y="44056"/>
                  </a:lnTo>
                  <a:lnTo>
                    <a:pt x="519023" y="44500"/>
                  </a:lnTo>
                  <a:lnTo>
                    <a:pt x="520890" y="44450"/>
                  </a:lnTo>
                  <a:lnTo>
                    <a:pt x="525653" y="44450"/>
                  </a:lnTo>
                  <a:lnTo>
                    <a:pt x="527532" y="44500"/>
                  </a:lnTo>
                  <a:lnTo>
                    <a:pt x="527697" y="44450"/>
                  </a:lnTo>
                  <a:lnTo>
                    <a:pt x="529386" y="44043"/>
                  </a:lnTo>
                  <a:lnTo>
                    <a:pt x="531025" y="43141"/>
                  </a:lnTo>
                  <a:lnTo>
                    <a:pt x="566242" y="23482"/>
                  </a:lnTo>
                  <a:lnTo>
                    <a:pt x="568769" y="22072"/>
                  </a:lnTo>
                  <a:lnTo>
                    <a:pt x="602068" y="40690"/>
                  </a:lnTo>
                  <a:lnTo>
                    <a:pt x="602183" y="73418"/>
                  </a:lnTo>
                  <a:lnTo>
                    <a:pt x="602272" y="85001"/>
                  </a:lnTo>
                  <a:lnTo>
                    <a:pt x="602767" y="86702"/>
                  </a:lnTo>
                  <a:lnTo>
                    <a:pt x="605421" y="90982"/>
                  </a:lnTo>
                  <a:lnTo>
                    <a:pt x="606171" y="92367"/>
                  </a:lnTo>
                  <a:lnTo>
                    <a:pt x="607098" y="94030"/>
                  </a:lnTo>
                  <a:lnTo>
                    <a:pt x="608444" y="95415"/>
                  </a:lnTo>
                  <a:lnTo>
                    <a:pt x="610108" y="96380"/>
                  </a:lnTo>
                  <a:lnTo>
                    <a:pt x="647522" y="117690"/>
                  </a:lnTo>
                  <a:lnTo>
                    <a:pt x="648639" y="127025"/>
                  </a:lnTo>
                  <a:lnTo>
                    <a:pt x="649020" y="136194"/>
                  </a:lnTo>
                  <a:lnTo>
                    <a:pt x="649020" y="94462"/>
                  </a:lnTo>
                  <a:lnTo>
                    <a:pt x="623138" y="79705"/>
                  </a:lnTo>
                  <a:lnTo>
                    <a:pt x="622985" y="34188"/>
                  </a:lnTo>
                  <a:lnTo>
                    <a:pt x="611873" y="22072"/>
                  </a:lnTo>
                  <a:lnTo>
                    <a:pt x="608279" y="19304"/>
                  </a:lnTo>
                  <a:lnTo>
                    <a:pt x="571220" y="698"/>
                  </a:lnTo>
                  <a:lnTo>
                    <a:pt x="568363" y="50"/>
                  </a:lnTo>
                  <a:lnTo>
                    <a:pt x="565454" y="317"/>
                  </a:lnTo>
                  <a:lnTo>
                    <a:pt x="564045" y="762"/>
                  </a:lnTo>
                  <a:lnTo>
                    <a:pt x="523379" y="23482"/>
                  </a:lnTo>
                  <a:lnTo>
                    <a:pt x="520954" y="22123"/>
                  </a:lnTo>
                  <a:lnTo>
                    <a:pt x="482625" y="698"/>
                  </a:lnTo>
                  <a:lnTo>
                    <a:pt x="481266" y="266"/>
                  </a:lnTo>
                  <a:lnTo>
                    <a:pt x="478345" y="0"/>
                  </a:lnTo>
                  <a:lnTo>
                    <a:pt x="476885" y="177"/>
                  </a:lnTo>
                  <a:lnTo>
                    <a:pt x="438480" y="19329"/>
                  </a:lnTo>
                  <a:lnTo>
                    <a:pt x="423583" y="79794"/>
                  </a:lnTo>
                  <a:lnTo>
                    <a:pt x="383235" y="102781"/>
                  </a:lnTo>
                  <a:lnTo>
                    <a:pt x="376758" y="136309"/>
                  </a:lnTo>
                  <a:lnTo>
                    <a:pt x="377431" y="149961"/>
                  </a:lnTo>
                  <a:lnTo>
                    <a:pt x="423583" y="192824"/>
                  </a:lnTo>
                  <a:lnTo>
                    <a:pt x="423748" y="238340"/>
                  </a:lnTo>
                  <a:lnTo>
                    <a:pt x="462559" y="266814"/>
                  </a:lnTo>
                  <a:lnTo>
                    <a:pt x="478358" y="272478"/>
                  </a:lnTo>
                  <a:lnTo>
                    <a:pt x="481266" y="272211"/>
                  </a:lnTo>
                  <a:lnTo>
                    <a:pt x="482676" y="271780"/>
                  </a:lnTo>
                  <a:lnTo>
                    <a:pt x="520852" y="250418"/>
                  </a:lnTo>
                  <a:lnTo>
                    <a:pt x="523379" y="248996"/>
                  </a:lnTo>
                  <a:lnTo>
                    <a:pt x="564362" y="271919"/>
                  </a:lnTo>
                  <a:lnTo>
                    <a:pt x="566127" y="272376"/>
                  </a:lnTo>
                  <a:lnTo>
                    <a:pt x="569061" y="272364"/>
                  </a:lnTo>
                  <a:lnTo>
                    <a:pt x="570191" y="272173"/>
                  </a:lnTo>
                  <a:lnTo>
                    <a:pt x="608291" y="253149"/>
                  </a:lnTo>
                  <a:lnTo>
                    <a:pt x="611898" y="250367"/>
                  </a:lnTo>
                  <a:lnTo>
                    <a:pt x="619290" y="244678"/>
                  </a:lnTo>
                  <a:lnTo>
                    <a:pt x="623176" y="192684"/>
                  </a:lnTo>
                  <a:lnTo>
                    <a:pt x="663536" y="169697"/>
                  </a:lnTo>
                  <a:lnTo>
                    <a:pt x="669302" y="149961"/>
                  </a:lnTo>
                  <a:lnTo>
                    <a:pt x="669975" y="136194"/>
                  </a:lnTo>
                  <a:close/>
                </a:path>
              </a:pathLst>
            </a:custGeom>
            <a:solidFill>
              <a:srgbClr val="34333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5" name="object 55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3338924" y="2689268"/>
              <a:ext cx="1173356" cy="171743"/>
            </a:xfrm>
            <a:prstGeom prst="rect">
              <a:avLst/>
            </a:prstGeom>
          </p:spPr>
        </p:pic>
        <p:sp>
          <p:nvSpPr>
            <p:cNvPr id="56" name="object 56" descr=""/>
            <p:cNvSpPr/>
            <p:nvPr/>
          </p:nvSpPr>
          <p:spPr>
            <a:xfrm>
              <a:off x="11032922" y="2721632"/>
              <a:ext cx="679450" cy="139065"/>
            </a:xfrm>
            <a:custGeom>
              <a:avLst/>
              <a:gdLst/>
              <a:ahLst/>
              <a:cxnLst/>
              <a:rect l="l" t="t" r="r" b="b"/>
              <a:pathLst>
                <a:path w="679450" h="139064">
                  <a:moveTo>
                    <a:pt x="146188" y="38564"/>
                  </a:moveTo>
                  <a:lnTo>
                    <a:pt x="109188" y="54846"/>
                  </a:lnTo>
                  <a:lnTo>
                    <a:pt x="99665" y="88751"/>
                  </a:lnTo>
                  <a:lnTo>
                    <a:pt x="100020" y="96036"/>
                  </a:lnTo>
                  <a:lnTo>
                    <a:pt x="121535" y="132550"/>
                  </a:lnTo>
                  <a:lnTo>
                    <a:pt x="146188" y="138812"/>
                  </a:lnTo>
                  <a:lnTo>
                    <a:pt x="153062" y="138421"/>
                  </a:lnTo>
                  <a:lnTo>
                    <a:pt x="184214" y="120477"/>
                  </a:lnTo>
                  <a:lnTo>
                    <a:pt x="141047" y="120477"/>
                  </a:lnTo>
                  <a:lnTo>
                    <a:pt x="136664" y="119074"/>
                  </a:lnTo>
                  <a:lnTo>
                    <a:pt x="122863" y="94583"/>
                  </a:lnTo>
                  <a:lnTo>
                    <a:pt x="122863" y="82740"/>
                  </a:lnTo>
                  <a:lnTo>
                    <a:pt x="141047" y="56699"/>
                  </a:lnTo>
                  <a:lnTo>
                    <a:pt x="184099" y="56699"/>
                  </a:lnTo>
                  <a:lnTo>
                    <a:pt x="183167" y="54846"/>
                  </a:lnTo>
                  <a:lnTo>
                    <a:pt x="153062" y="38954"/>
                  </a:lnTo>
                  <a:lnTo>
                    <a:pt x="146188" y="38564"/>
                  </a:lnTo>
                  <a:close/>
                </a:path>
                <a:path w="679450" h="139064">
                  <a:moveTo>
                    <a:pt x="63275" y="27119"/>
                  </a:moveTo>
                  <a:lnTo>
                    <a:pt x="40013" y="27119"/>
                  </a:lnTo>
                  <a:lnTo>
                    <a:pt x="40013" y="136917"/>
                  </a:lnTo>
                  <a:lnTo>
                    <a:pt x="63275" y="136917"/>
                  </a:lnTo>
                  <a:lnTo>
                    <a:pt x="63275" y="27119"/>
                  </a:lnTo>
                  <a:close/>
                </a:path>
                <a:path w="679450" h="139064">
                  <a:moveTo>
                    <a:pt x="184099" y="56699"/>
                  </a:moveTo>
                  <a:lnTo>
                    <a:pt x="151456" y="56699"/>
                  </a:lnTo>
                  <a:lnTo>
                    <a:pt x="155754" y="58134"/>
                  </a:lnTo>
                  <a:lnTo>
                    <a:pt x="162666" y="63861"/>
                  </a:lnTo>
                  <a:lnTo>
                    <a:pt x="165236" y="67725"/>
                  </a:lnTo>
                  <a:lnTo>
                    <a:pt x="166922" y="72563"/>
                  </a:lnTo>
                  <a:lnTo>
                    <a:pt x="168650" y="77369"/>
                  </a:lnTo>
                  <a:lnTo>
                    <a:pt x="169514" y="82740"/>
                  </a:lnTo>
                  <a:lnTo>
                    <a:pt x="169514" y="94583"/>
                  </a:lnTo>
                  <a:lnTo>
                    <a:pt x="168650" y="99934"/>
                  </a:lnTo>
                  <a:lnTo>
                    <a:pt x="166922" y="104740"/>
                  </a:lnTo>
                  <a:lnTo>
                    <a:pt x="165236" y="109546"/>
                  </a:lnTo>
                  <a:lnTo>
                    <a:pt x="162666" y="113378"/>
                  </a:lnTo>
                  <a:lnTo>
                    <a:pt x="159210" y="116247"/>
                  </a:lnTo>
                  <a:lnTo>
                    <a:pt x="155754" y="119074"/>
                  </a:lnTo>
                  <a:lnTo>
                    <a:pt x="151456" y="120477"/>
                  </a:lnTo>
                  <a:lnTo>
                    <a:pt x="184214" y="120477"/>
                  </a:lnTo>
                  <a:lnTo>
                    <a:pt x="192712" y="88751"/>
                  </a:lnTo>
                  <a:lnTo>
                    <a:pt x="192352" y="81461"/>
                  </a:lnTo>
                  <a:lnTo>
                    <a:pt x="191274" y="74637"/>
                  </a:lnTo>
                  <a:lnTo>
                    <a:pt x="189477" y="68279"/>
                  </a:lnTo>
                  <a:lnTo>
                    <a:pt x="186960" y="62385"/>
                  </a:lnTo>
                  <a:lnTo>
                    <a:pt x="184099" y="56699"/>
                  </a:lnTo>
                  <a:close/>
                </a:path>
                <a:path w="679450" h="139064">
                  <a:moveTo>
                    <a:pt x="103289" y="7455"/>
                  </a:moveTo>
                  <a:lnTo>
                    <a:pt x="0" y="7455"/>
                  </a:lnTo>
                  <a:lnTo>
                    <a:pt x="0" y="27119"/>
                  </a:lnTo>
                  <a:lnTo>
                    <a:pt x="103289" y="27119"/>
                  </a:lnTo>
                  <a:lnTo>
                    <a:pt x="103289" y="7455"/>
                  </a:lnTo>
                  <a:close/>
                </a:path>
                <a:path w="679450" h="139064">
                  <a:moveTo>
                    <a:pt x="257968" y="38564"/>
                  </a:moveTo>
                  <a:lnTo>
                    <a:pt x="250087" y="38564"/>
                  </a:lnTo>
                  <a:lnTo>
                    <a:pt x="243213" y="38962"/>
                  </a:lnTo>
                  <a:lnTo>
                    <a:pt x="209380" y="62647"/>
                  </a:lnTo>
                  <a:lnTo>
                    <a:pt x="203690" y="88751"/>
                  </a:lnTo>
                  <a:lnTo>
                    <a:pt x="204037" y="95903"/>
                  </a:lnTo>
                  <a:lnTo>
                    <a:pt x="225245" y="132425"/>
                  </a:lnTo>
                  <a:lnTo>
                    <a:pt x="250214" y="138812"/>
                  </a:lnTo>
                  <a:lnTo>
                    <a:pt x="258348" y="138812"/>
                  </a:lnTo>
                  <a:lnTo>
                    <a:pt x="265427" y="137336"/>
                  </a:lnTo>
                  <a:lnTo>
                    <a:pt x="277479" y="131399"/>
                  </a:lnTo>
                  <a:lnTo>
                    <a:pt x="282241" y="127263"/>
                  </a:lnTo>
                  <a:lnTo>
                    <a:pt x="286937" y="120163"/>
                  </a:lnTo>
                  <a:lnTo>
                    <a:pt x="245641" y="120163"/>
                  </a:lnTo>
                  <a:lnTo>
                    <a:pt x="241491" y="118896"/>
                  </a:lnTo>
                  <a:lnTo>
                    <a:pt x="226889" y="94991"/>
                  </a:lnTo>
                  <a:lnTo>
                    <a:pt x="226935" y="81571"/>
                  </a:lnTo>
                  <a:lnTo>
                    <a:pt x="238077" y="60814"/>
                  </a:lnTo>
                  <a:lnTo>
                    <a:pt x="241617" y="58280"/>
                  </a:lnTo>
                  <a:lnTo>
                    <a:pt x="245726" y="57014"/>
                  </a:lnTo>
                  <a:lnTo>
                    <a:pt x="286937" y="57014"/>
                  </a:lnTo>
                  <a:lnTo>
                    <a:pt x="281989" y="49851"/>
                  </a:lnTo>
                  <a:lnTo>
                    <a:pt x="277121" y="45789"/>
                  </a:lnTo>
                  <a:lnTo>
                    <a:pt x="271011" y="42920"/>
                  </a:lnTo>
                  <a:lnTo>
                    <a:pt x="264942" y="40009"/>
                  </a:lnTo>
                  <a:lnTo>
                    <a:pt x="257968" y="38564"/>
                  </a:lnTo>
                  <a:close/>
                </a:path>
                <a:path w="679450" h="139064">
                  <a:moveTo>
                    <a:pt x="291807" y="103735"/>
                  </a:moveTo>
                  <a:lnTo>
                    <a:pt x="269936" y="103735"/>
                  </a:lnTo>
                  <a:lnTo>
                    <a:pt x="269261" y="107232"/>
                  </a:lnTo>
                  <a:lnTo>
                    <a:pt x="268019" y="110195"/>
                  </a:lnTo>
                  <a:lnTo>
                    <a:pt x="264395" y="115085"/>
                  </a:lnTo>
                  <a:lnTo>
                    <a:pt x="262140" y="116959"/>
                  </a:lnTo>
                  <a:lnTo>
                    <a:pt x="256789" y="119535"/>
                  </a:lnTo>
                  <a:lnTo>
                    <a:pt x="253775" y="120163"/>
                  </a:lnTo>
                  <a:lnTo>
                    <a:pt x="286937" y="120163"/>
                  </a:lnTo>
                  <a:lnTo>
                    <a:pt x="289237" y="116687"/>
                  </a:lnTo>
                  <a:lnTo>
                    <a:pt x="291260" y="110603"/>
                  </a:lnTo>
                  <a:lnTo>
                    <a:pt x="291807" y="103735"/>
                  </a:lnTo>
                  <a:close/>
                </a:path>
                <a:path w="679450" h="139064">
                  <a:moveTo>
                    <a:pt x="286937" y="57014"/>
                  </a:moveTo>
                  <a:lnTo>
                    <a:pt x="255925" y="57014"/>
                  </a:lnTo>
                  <a:lnTo>
                    <a:pt x="260328" y="58595"/>
                  </a:lnTo>
                  <a:lnTo>
                    <a:pt x="263615" y="61757"/>
                  </a:lnTo>
                  <a:lnTo>
                    <a:pt x="266944" y="64877"/>
                  </a:lnTo>
                  <a:lnTo>
                    <a:pt x="269051" y="68772"/>
                  </a:lnTo>
                  <a:lnTo>
                    <a:pt x="269936" y="73453"/>
                  </a:lnTo>
                  <a:lnTo>
                    <a:pt x="291807" y="73453"/>
                  </a:lnTo>
                  <a:lnTo>
                    <a:pt x="291302" y="66458"/>
                  </a:lnTo>
                  <a:lnTo>
                    <a:pt x="289237" y="60343"/>
                  </a:lnTo>
                  <a:lnTo>
                    <a:pt x="286937" y="57014"/>
                  </a:lnTo>
                  <a:close/>
                </a:path>
                <a:path w="679450" h="139064">
                  <a:moveTo>
                    <a:pt x="237192" y="0"/>
                  </a:moveTo>
                  <a:lnTo>
                    <a:pt x="217154" y="0"/>
                  </a:lnTo>
                  <a:lnTo>
                    <a:pt x="217154" y="890"/>
                  </a:lnTo>
                  <a:lnTo>
                    <a:pt x="241112" y="28187"/>
                  </a:lnTo>
                  <a:lnTo>
                    <a:pt x="259001" y="28187"/>
                  </a:lnTo>
                  <a:lnTo>
                    <a:pt x="269514" y="16177"/>
                  </a:lnTo>
                  <a:lnTo>
                    <a:pt x="250024" y="16177"/>
                  </a:lnTo>
                  <a:lnTo>
                    <a:pt x="237192" y="0"/>
                  </a:lnTo>
                  <a:close/>
                </a:path>
                <a:path w="679450" h="139064">
                  <a:moveTo>
                    <a:pt x="282895" y="0"/>
                  </a:moveTo>
                  <a:lnTo>
                    <a:pt x="262856" y="0"/>
                  </a:lnTo>
                  <a:lnTo>
                    <a:pt x="250024" y="16177"/>
                  </a:lnTo>
                  <a:lnTo>
                    <a:pt x="269514" y="16177"/>
                  </a:lnTo>
                  <a:lnTo>
                    <a:pt x="282895" y="890"/>
                  </a:lnTo>
                  <a:lnTo>
                    <a:pt x="282895" y="0"/>
                  </a:lnTo>
                  <a:close/>
                </a:path>
                <a:path w="679450" h="139064">
                  <a:moveTo>
                    <a:pt x="329208" y="7455"/>
                  </a:moveTo>
                  <a:lnTo>
                    <a:pt x="306325" y="7455"/>
                  </a:lnTo>
                  <a:lnTo>
                    <a:pt x="306325" y="136917"/>
                  </a:lnTo>
                  <a:lnTo>
                    <a:pt x="329208" y="136917"/>
                  </a:lnTo>
                  <a:lnTo>
                    <a:pt x="329208" y="106447"/>
                  </a:lnTo>
                  <a:lnTo>
                    <a:pt x="327185" y="106447"/>
                  </a:lnTo>
                  <a:lnTo>
                    <a:pt x="327121" y="78824"/>
                  </a:lnTo>
                  <a:lnTo>
                    <a:pt x="329208" y="78824"/>
                  </a:lnTo>
                  <a:lnTo>
                    <a:pt x="329208" y="7455"/>
                  </a:lnTo>
                  <a:close/>
                </a:path>
                <a:path w="679450" h="139064">
                  <a:moveTo>
                    <a:pt x="354776" y="81734"/>
                  </a:moveTo>
                  <a:lnTo>
                    <a:pt x="349499" y="87609"/>
                  </a:lnTo>
                  <a:lnTo>
                    <a:pt x="344759" y="87609"/>
                  </a:lnTo>
                  <a:lnTo>
                    <a:pt x="337533" y="95355"/>
                  </a:lnTo>
                  <a:lnTo>
                    <a:pt x="367262" y="136917"/>
                  </a:lnTo>
                  <a:lnTo>
                    <a:pt x="394632" y="136917"/>
                  </a:lnTo>
                  <a:lnTo>
                    <a:pt x="354776" y="81734"/>
                  </a:lnTo>
                  <a:close/>
                </a:path>
                <a:path w="679450" h="139064">
                  <a:moveTo>
                    <a:pt x="329208" y="78824"/>
                  </a:moveTo>
                  <a:lnTo>
                    <a:pt x="327121" y="78824"/>
                  </a:lnTo>
                  <a:lnTo>
                    <a:pt x="327185" y="106447"/>
                  </a:lnTo>
                  <a:lnTo>
                    <a:pt x="329208" y="104278"/>
                  </a:lnTo>
                  <a:lnTo>
                    <a:pt x="329208" y="78824"/>
                  </a:lnTo>
                  <a:close/>
                </a:path>
                <a:path w="679450" h="139064">
                  <a:moveTo>
                    <a:pt x="329208" y="104278"/>
                  </a:moveTo>
                  <a:lnTo>
                    <a:pt x="327185" y="106447"/>
                  </a:lnTo>
                  <a:lnTo>
                    <a:pt x="329208" y="106447"/>
                  </a:lnTo>
                  <a:lnTo>
                    <a:pt x="329208" y="104278"/>
                  </a:lnTo>
                  <a:close/>
                </a:path>
                <a:path w="679450" h="139064">
                  <a:moveTo>
                    <a:pt x="392420" y="39820"/>
                  </a:moveTo>
                  <a:lnTo>
                    <a:pt x="365682" y="39820"/>
                  </a:lnTo>
                  <a:lnTo>
                    <a:pt x="330788" y="78824"/>
                  </a:lnTo>
                  <a:lnTo>
                    <a:pt x="329208" y="78824"/>
                  </a:lnTo>
                  <a:lnTo>
                    <a:pt x="329208" y="104278"/>
                  </a:lnTo>
                  <a:lnTo>
                    <a:pt x="337533" y="95355"/>
                  </a:lnTo>
                  <a:lnTo>
                    <a:pt x="335655" y="92730"/>
                  </a:lnTo>
                  <a:lnTo>
                    <a:pt x="351079" y="76615"/>
                  </a:lnTo>
                  <a:lnTo>
                    <a:pt x="359373" y="76615"/>
                  </a:lnTo>
                  <a:lnTo>
                    <a:pt x="392420" y="39820"/>
                  </a:lnTo>
                  <a:close/>
                </a:path>
                <a:path w="679450" h="139064">
                  <a:moveTo>
                    <a:pt x="351079" y="76615"/>
                  </a:moveTo>
                  <a:lnTo>
                    <a:pt x="335655" y="92730"/>
                  </a:lnTo>
                  <a:lnTo>
                    <a:pt x="337533" y="95355"/>
                  </a:lnTo>
                  <a:lnTo>
                    <a:pt x="344759" y="87609"/>
                  </a:lnTo>
                  <a:lnTo>
                    <a:pt x="349499" y="87609"/>
                  </a:lnTo>
                  <a:lnTo>
                    <a:pt x="354776" y="81734"/>
                  </a:lnTo>
                  <a:lnTo>
                    <a:pt x="351079" y="76615"/>
                  </a:lnTo>
                  <a:close/>
                </a:path>
                <a:path w="679450" h="139064">
                  <a:moveTo>
                    <a:pt x="359373" y="76615"/>
                  </a:moveTo>
                  <a:lnTo>
                    <a:pt x="351079" y="76615"/>
                  </a:lnTo>
                  <a:lnTo>
                    <a:pt x="354776" y="81734"/>
                  </a:lnTo>
                  <a:lnTo>
                    <a:pt x="359373" y="76615"/>
                  </a:lnTo>
                  <a:close/>
                </a:path>
                <a:path w="679450" h="139064">
                  <a:moveTo>
                    <a:pt x="447167" y="38564"/>
                  </a:moveTo>
                  <a:lnTo>
                    <a:pt x="431912" y="38564"/>
                  </a:lnTo>
                  <a:lnTo>
                    <a:pt x="423842" y="40689"/>
                  </a:lnTo>
                  <a:lnTo>
                    <a:pt x="396650" y="74874"/>
                  </a:lnTo>
                  <a:lnTo>
                    <a:pt x="395227" y="88939"/>
                  </a:lnTo>
                  <a:lnTo>
                    <a:pt x="395583" y="96307"/>
                  </a:lnTo>
                  <a:lnTo>
                    <a:pt x="417162" y="132749"/>
                  </a:lnTo>
                  <a:lnTo>
                    <a:pt x="442384" y="138812"/>
                  </a:lnTo>
                  <a:lnTo>
                    <a:pt x="449927" y="138812"/>
                  </a:lnTo>
                  <a:lnTo>
                    <a:pt x="480931" y="120991"/>
                  </a:lnTo>
                  <a:lnTo>
                    <a:pt x="437728" y="120991"/>
                  </a:lnTo>
                  <a:lnTo>
                    <a:pt x="433386" y="119933"/>
                  </a:lnTo>
                  <a:lnTo>
                    <a:pt x="417921" y="99703"/>
                  </a:lnTo>
                  <a:lnTo>
                    <a:pt x="417921" y="94625"/>
                  </a:lnTo>
                  <a:lnTo>
                    <a:pt x="405974" y="94625"/>
                  </a:lnTo>
                  <a:lnTo>
                    <a:pt x="405974" y="79201"/>
                  </a:lnTo>
                  <a:lnTo>
                    <a:pt x="417934" y="79201"/>
                  </a:lnTo>
                  <a:lnTo>
                    <a:pt x="417963" y="76259"/>
                  </a:lnTo>
                  <a:lnTo>
                    <a:pt x="418953" y="72270"/>
                  </a:lnTo>
                  <a:lnTo>
                    <a:pt x="422872" y="64982"/>
                  </a:lnTo>
                  <a:lnTo>
                    <a:pt x="425633" y="62029"/>
                  </a:lnTo>
                  <a:lnTo>
                    <a:pt x="429173" y="59799"/>
                  </a:lnTo>
                  <a:lnTo>
                    <a:pt x="432712" y="57527"/>
                  </a:lnTo>
                  <a:lnTo>
                    <a:pt x="436821" y="56385"/>
                  </a:lnTo>
                  <a:lnTo>
                    <a:pt x="477726" y="56385"/>
                  </a:lnTo>
                  <a:lnTo>
                    <a:pt x="476413" y="54323"/>
                  </a:lnTo>
                  <a:lnTo>
                    <a:pt x="468196" y="46312"/>
                  </a:lnTo>
                  <a:lnTo>
                    <a:pt x="463475" y="43360"/>
                  </a:lnTo>
                  <a:lnTo>
                    <a:pt x="458124" y="41464"/>
                  </a:lnTo>
                  <a:lnTo>
                    <a:pt x="452814" y="39527"/>
                  </a:lnTo>
                  <a:lnTo>
                    <a:pt x="447167" y="38564"/>
                  </a:lnTo>
                  <a:close/>
                </a:path>
                <a:path w="679450" h="139064">
                  <a:moveTo>
                    <a:pt x="463244" y="108467"/>
                  </a:moveTo>
                  <a:lnTo>
                    <a:pt x="446029" y="120991"/>
                  </a:lnTo>
                  <a:lnTo>
                    <a:pt x="480931" y="120991"/>
                  </a:lnTo>
                  <a:lnTo>
                    <a:pt x="483261" y="116520"/>
                  </a:lnTo>
                  <a:lnTo>
                    <a:pt x="484610" y="110876"/>
                  </a:lnTo>
                  <a:lnTo>
                    <a:pt x="463244" y="108467"/>
                  </a:lnTo>
                  <a:close/>
                </a:path>
                <a:path w="679450" h="139064">
                  <a:moveTo>
                    <a:pt x="417934" y="79201"/>
                  </a:moveTo>
                  <a:lnTo>
                    <a:pt x="405974" y="79201"/>
                  </a:lnTo>
                  <a:lnTo>
                    <a:pt x="405974" y="94625"/>
                  </a:lnTo>
                  <a:lnTo>
                    <a:pt x="417921" y="94625"/>
                  </a:lnTo>
                  <a:lnTo>
                    <a:pt x="417934" y="79201"/>
                  </a:lnTo>
                  <a:close/>
                </a:path>
                <a:path w="679450" h="139064">
                  <a:moveTo>
                    <a:pt x="477726" y="56385"/>
                  </a:moveTo>
                  <a:lnTo>
                    <a:pt x="445881" y="56385"/>
                  </a:lnTo>
                  <a:lnTo>
                    <a:pt x="449717" y="57380"/>
                  </a:lnTo>
                  <a:lnTo>
                    <a:pt x="456332" y="61338"/>
                  </a:lnTo>
                  <a:lnTo>
                    <a:pt x="458924" y="64050"/>
                  </a:lnTo>
                  <a:lnTo>
                    <a:pt x="462633" y="70919"/>
                  </a:lnTo>
                  <a:lnTo>
                    <a:pt x="463581" y="74825"/>
                  </a:lnTo>
                  <a:lnTo>
                    <a:pt x="463623" y="79201"/>
                  </a:lnTo>
                  <a:lnTo>
                    <a:pt x="417934" y="79201"/>
                  </a:lnTo>
                  <a:lnTo>
                    <a:pt x="417921" y="94625"/>
                  </a:lnTo>
                  <a:lnTo>
                    <a:pt x="485557" y="94625"/>
                  </a:lnTo>
                  <a:lnTo>
                    <a:pt x="485557" y="79097"/>
                  </a:lnTo>
                  <a:lnTo>
                    <a:pt x="484377" y="71767"/>
                  </a:lnTo>
                  <a:lnTo>
                    <a:pt x="479658" y="59422"/>
                  </a:lnTo>
                  <a:lnTo>
                    <a:pt x="477726" y="56385"/>
                  </a:lnTo>
                  <a:close/>
                </a:path>
                <a:path w="679450" h="139064">
                  <a:moveTo>
                    <a:pt x="518449" y="110624"/>
                  </a:moveTo>
                  <a:lnTo>
                    <a:pt x="510905" y="110624"/>
                  </a:lnTo>
                  <a:lnTo>
                    <a:pt x="507619" y="111965"/>
                  </a:lnTo>
                  <a:lnTo>
                    <a:pt x="502140" y="117368"/>
                  </a:lnTo>
                  <a:lnTo>
                    <a:pt x="500792" y="120603"/>
                  </a:lnTo>
                  <a:lnTo>
                    <a:pt x="500792" y="128278"/>
                  </a:lnTo>
                  <a:lnTo>
                    <a:pt x="502140" y="131566"/>
                  </a:lnTo>
                  <a:lnTo>
                    <a:pt x="507619" y="136959"/>
                  </a:lnTo>
                  <a:lnTo>
                    <a:pt x="510905" y="138309"/>
                  </a:lnTo>
                  <a:lnTo>
                    <a:pt x="517227" y="138309"/>
                  </a:lnTo>
                  <a:lnTo>
                    <a:pt x="519502" y="137692"/>
                  </a:lnTo>
                  <a:lnTo>
                    <a:pt x="523675" y="135210"/>
                  </a:lnTo>
                  <a:lnTo>
                    <a:pt x="525360" y="133524"/>
                  </a:lnTo>
                  <a:lnTo>
                    <a:pt x="526624" y="131420"/>
                  </a:lnTo>
                  <a:lnTo>
                    <a:pt x="527931" y="129315"/>
                  </a:lnTo>
                  <a:lnTo>
                    <a:pt x="528605" y="126969"/>
                  </a:lnTo>
                  <a:lnTo>
                    <a:pt x="528605" y="120603"/>
                  </a:lnTo>
                  <a:lnTo>
                    <a:pt x="527193" y="117368"/>
                  </a:lnTo>
                  <a:lnTo>
                    <a:pt x="524412" y="114666"/>
                  </a:lnTo>
                  <a:lnTo>
                    <a:pt x="521673" y="111965"/>
                  </a:lnTo>
                  <a:lnTo>
                    <a:pt x="518449" y="110624"/>
                  </a:lnTo>
                  <a:close/>
                </a:path>
                <a:path w="679450" h="139064">
                  <a:moveTo>
                    <a:pt x="518449" y="41276"/>
                  </a:moveTo>
                  <a:lnTo>
                    <a:pt x="510905" y="41276"/>
                  </a:lnTo>
                  <a:lnTo>
                    <a:pt x="507619" y="42647"/>
                  </a:lnTo>
                  <a:lnTo>
                    <a:pt x="504879" y="45391"/>
                  </a:lnTo>
                  <a:lnTo>
                    <a:pt x="502140" y="48082"/>
                  </a:lnTo>
                  <a:lnTo>
                    <a:pt x="500792" y="51328"/>
                  </a:lnTo>
                  <a:lnTo>
                    <a:pt x="500792" y="58951"/>
                  </a:lnTo>
                  <a:lnTo>
                    <a:pt x="502140" y="62239"/>
                  </a:lnTo>
                  <a:lnTo>
                    <a:pt x="504879" y="64982"/>
                  </a:lnTo>
                  <a:lnTo>
                    <a:pt x="507619" y="67683"/>
                  </a:lnTo>
                  <a:lnTo>
                    <a:pt x="510905" y="69024"/>
                  </a:lnTo>
                  <a:lnTo>
                    <a:pt x="517227" y="69024"/>
                  </a:lnTo>
                  <a:lnTo>
                    <a:pt x="519502" y="68395"/>
                  </a:lnTo>
                  <a:lnTo>
                    <a:pt x="523675" y="65861"/>
                  </a:lnTo>
                  <a:lnTo>
                    <a:pt x="525360" y="64186"/>
                  </a:lnTo>
                  <a:lnTo>
                    <a:pt x="526624" y="62071"/>
                  </a:lnTo>
                  <a:lnTo>
                    <a:pt x="527931" y="59966"/>
                  </a:lnTo>
                  <a:lnTo>
                    <a:pt x="528605" y="57652"/>
                  </a:lnTo>
                  <a:lnTo>
                    <a:pt x="528605" y="51328"/>
                  </a:lnTo>
                  <a:lnTo>
                    <a:pt x="527193" y="48082"/>
                  </a:lnTo>
                  <a:lnTo>
                    <a:pt x="524412" y="45391"/>
                  </a:lnTo>
                  <a:lnTo>
                    <a:pt x="521673" y="42647"/>
                  </a:lnTo>
                  <a:lnTo>
                    <a:pt x="518449" y="41276"/>
                  </a:lnTo>
                  <a:close/>
                </a:path>
                <a:path w="679450" h="139064">
                  <a:moveTo>
                    <a:pt x="610701" y="101703"/>
                  </a:moveTo>
                  <a:lnTo>
                    <a:pt x="587945" y="101703"/>
                  </a:lnTo>
                  <a:lnTo>
                    <a:pt x="588198" y="108876"/>
                  </a:lnTo>
                  <a:lnTo>
                    <a:pt x="616664" y="137105"/>
                  </a:lnTo>
                  <a:lnTo>
                    <a:pt x="624208" y="138686"/>
                  </a:lnTo>
                  <a:lnTo>
                    <a:pt x="641781" y="138686"/>
                  </a:lnTo>
                  <a:lnTo>
                    <a:pt x="649830" y="136791"/>
                  </a:lnTo>
                  <a:lnTo>
                    <a:pt x="663778" y="129158"/>
                  </a:lnTo>
                  <a:lnTo>
                    <a:pt x="669236" y="123912"/>
                  </a:lnTo>
                  <a:lnTo>
                    <a:pt x="671708" y="119724"/>
                  </a:lnTo>
                  <a:lnTo>
                    <a:pt x="626778" y="119724"/>
                  </a:lnTo>
                  <a:lnTo>
                    <a:pt x="621764" y="118059"/>
                  </a:lnTo>
                  <a:lnTo>
                    <a:pt x="617591" y="114729"/>
                  </a:lnTo>
                  <a:lnTo>
                    <a:pt x="613420" y="111357"/>
                  </a:lnTo>
                  <a:lnTo>
                    <a:pt x="611123" y="107022"/>
                  </a:lnTo>
                  <a:lnTo>
                    <a:pt x="610701" y="101703"/>
                  </a:lnTo>
                  <a:close/>
                </a:path>
                <a:path w="679450" h="139064">
                  <a:moveTo>
                    <a:pt x="672379" y="69683"/>
                  </a:moveTo>
                  <a:lnTo>
                    <a:pt x="628127" y="69683"/>
                  </a:lnTo>
                  <a:lnTo>
                    <a:pt x="632004" y="69725"/>
                  </a:lnTo>
                  <a:lnTo>
                    <a:pt x="636765" y="69725"/>
                  </a:lnTo>
                  <a:lnTo>
                    <a:pt x="640980" y="70814"/>
                  </a:lnTo>
                  <a:lnTo>
                    <a:pt x="644646" y="73013"/>
                  </a:lnTo>
                  <a:lnTo>
                    <a:pt x="648313" y="75160"/>
                  </a:lnTo>
                  <a:lnTo>
                    <a:pt x="651200" y="78133"/>
                  </a:lnTo>
                  <a:lnTo>
                    <a:pt x="655413" y="85714"/>
                  </a:lnTo>
                  <a:lnTo>
                    <a:pt x="656445" y="90060"/>
                  </a:lnTo>
                  <a:lnTo>
                    <a:pt x="656445" y="99745"/>
                  </a:lnTo>
                  <a:lnTo>
                    <a:pt x="637229" y="119724"/>
                  </a:lnTo>
                  <a:lnTo>
                    <a:pt x="671708" y="119724"/>
                  </a:lnTo>
                  <a:lnTo>
                    <a:pt x="677116" y="110562"/>
                  </a:lnTo>
                  <a:lnTo>
                    <a:pt x="679097" y="102928"/>
                  </a:lnTo>
                  <a:lnTo>
                    <a:pt x="679012" y="85714"/>
                  </a:lnTo>
                  <a:lnTo>
                    <a:pt x="677327" y="78699"/>
                  </a:lnTo>
                  <a:lnTo>
                    <a:pt x="672379" y="69683"/>
                  </a:lnTo>
                  <a:close/>
                </a:path>
                <a:path w="679450" h="139064">
                  <a:moveTo>
                    <a:pt x="672333" y="7455"/>
                  </a:moveTo>
                  <a:lnTo>
                    <a:pt x="597237" y="7455"/>
                  </a:lnTo>
                  <a:lnTo>
                    <a:pt x="590474" y="74207"/>
                  </a:lnTo>
                  <a:lnTo>
                    <a:pt x="611650" y="77683"/>
                  </a:lnTo>
                  <a:lnTo>
                    <a:pt x="613840" y="75285"/>
                  </a:lnTo>
                  <a:lnTo>
                    <a:pt x="616812" y="73348"/>
                  </a:lnTo>
                  <a:lnTo>
                    <a:pt x="624313" y="70395"/>
                  </a:lnTo>
                  <a:lnTo>
                    <a:pt x="628127" y="69683"/>
                  </a:lnTo>
                  <a:lnTo>
                    <a:pt x="672379" y="69683"/>
                  </a:lnTo>
                  <a:lnTo>
                    <a:pt x="670247" y="65799"/>
                  </a:lnTo>
                  <a:lnTo>
                    <a:pt x="666013" y="61380"/>
                  </a:lnTo>
                  <a:lnTo>
                    <a:pt x="612914" y="61380"/>
                  </a:lnTo>
                  <a:lnTo>
                    <a:pt x="616644" y="27056"/>
                  </a:lnTo>
                  <a:lnTo>
                    <a:pt x="672333" y="27056"/>
                  </a:lnTo>
                  <a:lnTo>
                    <a:pt x="672333" y="7455"/>
                  </a:lnTo>
                  <a:close/>
                </a:path>
                <a:path w="679450" h="139064">
                  <a:moveTo>
                    <a:pt x="646100" y="51516"/>
                  </a:moveTo>
                  <a:lnTo>
                    <a:pt x="633037" y="51516"/>
                  </a:lnTo>
                  <a:lnTo>
                    <a:pt x="628233" y="52469"/>
                  </a:lnTo>
                  <a:lnTo>
                    <a:pt x="619467" y="56218"/>
                  </a:lnTo>
                  <a:lnTo>
                    <a:pt x="616075" y="58553"/>
                  </a:lnTo>
                  <a:lnTo>
                    <a:pt x="613672" y="61380"/>
                  </a:lnTo>
                  <a:lnTo>
                    <a:pt x="666013" y="61380"/>
                  </a:lnTo>
                  <a:lnTo>
                    <a:pt x="665401" y="60741"/>
                  </a:lnTo>
                  <a:lnTo>
                    <a:pt x="653096" y="53370"/>
                  </a:lnTo>
                  <a:lnTo>
                    <a:pt x="646100" y="515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10983959" y="2104647"/>
              <a:ext cx="3591560" cy="335280"/>
            </a:xfrm>
            <a:custGeom>
              <a:avLst/>
              <a:gdLst/>
              <a:ahLst/>
              <a:cxnLst/>
              <a:rect l="l" t="t" r="r" b="b"/>
              <a:pathLst>
                <a:path w="3591559" h="335280">
                  <a:moveTo>
                    <a:pt x="3507746" y="0"/>
                  </a:moveTo>
                  <a:lnTo>
                    <a:pt x="83767" y="0"/>
                  </a:lnTo>
                  <a:lnTo>
                    <a:pt x="51161" y="6582"/>
                  </a:lnTo>
                  <a:lnTo>
                    <a:pt x="24534" y="24534"/>
                  </a:lnTo>
                  <a:lnTo>
                    <a:pt x="6582" y="51161"/>
                  </a:lnTo>
                  <a:lnTo>
                    <a:pt x="0" y="83767"/>
                  </a:lnTo>
                  <a:lnTo>
                    <a:pt x="0" y="251301"/>
                  </a:lnTo>
                  <a:lnTo>
                    <a:pt x="6582" y="283907"/>
                  </a:lnTo>
                  <a:lnTo>
                    <a:pt x="24534" y="310533"/>
                  </a:lnTo>
                  <a:lnTo>
                    <a:pt x="51161" y="328485"/>
                  </a:lnTo>
                  <a:lnTo>
                    <a:pt x="83767" y="335068"/>
                  </a:lnTo>
                  <a:lnTo>
                    <a:pt x="3507746" y="335068"/>
                  </a:lnTo>
                  <a:lnTo>
                    <a:pt x="3540352" y="328485"/>
                  </a:lnTo>
                  <a:lnTo>
                    <a:pt x="3566978" y="310533"/>
                  </a:lnTo>
                  <a:lnTo>
                    <a:pt x="3584930" y="283907"/>
                  </a:lnTo>
                  <a:lnTo>
                    <a:pt x="3591513" y="251301"/>
                  </a:lnTo>
                  <a:lnTo>
                    <a:pt x="3591513" y="83767"/>
                  </a:lnTo>
                  <a:lnTo>
                    <a:pt x="3584930" y="51161"/>
                  </a:lnTo>
                  <a:lnTo>
                    <a:pt x="3566978" y="24534"/>
                  </a:lnTo>
                  <a:lnTo>
                    <a:pt x="3540352" y="6582"/>
                  </a:lnTo>
                  <a:lnTo>
                    <a:pt x="3507746" y="0"/>
                  </a:lnTo>
                  <a:close/>
                </a:path>
              </a:pathLst>
            </a:custGeom>
            <a:solidFill>
              <a:srgbClr val="767680">
                <a:alpha val="11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12167705" y="2188425"/>
              <a:ext cx="1190625" cy="167640"/>
            </a:xfrm>
            <a:custGeom>
              <a:avLst/>
              <a:gdLst/>
              <a:ahLst/>
              <a:cxnLst/>
              <a:rect l="l" t="t" r="r" b="b"/>
              <a:pathLst>
                <a:path w="1190625" h="167639">
                  <a:moveTo>
                    <a:pt x="6807" y="1524"/>
                  </a:moveTo>
                  <a:lnTo>
                    <a:pt x="5283" y="0"/>
                  </a:lnTo>
                  <a:lnTo>
                    <a:pt x="1524" y="0"/>
                  </a:lnTo>
                  <a:lnTo>
                    <a:pt x="0" y="1524"/>
                  </a:lnTo>
                  <a:lnTo>
                    <a:pt x="0" y="166001"/>
                  </a:lnTo>
                  <a:lnTo>
                    <a:pt x="1524" y="167525"/>
                  </a:lnTo>
                  <a:lnTo>
                    <a:pt x="5283" y="167525"/>
                  </a:lnTo>
                  <a:lnTo>
                    <a:pt x="6807" y="166001"/>
                  </a:lnTo>
                  <a:lnTo>
                    <a:pt x="6807" y="3390"/>
                  </a:lnTo>
                  <a:lnTo>
                    <a:pt x="6807" y="1524"/>
                  </a:lnTo>
                  <a:close/>
                </a:path>
                <a:path w="1190625" h="167639">
                  <a:moveTo>
                    <a:pt x="1190015" y="1524"/>
                  </a:moveTo>
                  <a:lnTo>
                    <a:pt x="1188491" y="0"/>
                  </a:lnTo>
                  <a:lnTo>
                    <a:pt x="1184732" y="0"/>
                  </a:lnTo>
                  <a:lnTo>
                    <a:pt x="1183208" y="1524"/>
                  </a:lnTo>
                  <a:lnTo>
                    <a:pt x="1183208" y="166001"/>
                  </a:lnTo>
                  <a:lnTo>
                    <a:pt x="1184732" y="167525"/>
                  </a:lnTo>
                  <a:lnTo>
                    <a:pt x="1188491" y="167525"/>
                  </a:lnTo>
                  <a:lnTo>
                    <a:pt x="1190015" y="166001"/>
                  </a:lnTo>
                  <a:lnTo>
                    <a:pt x="1190015" y="3390"/>
                  </a:lnTo>
                  <a:lnTo>
                    <a:pt x="1190015" y="1524"/>
                  </a:lnTo>
                  <a:close/>
                </a:path>
              </a:pathLst>
            </a:custGeom>
            <a:solidFill>
              <a:srgbClr val="3C3C43">
                <a:alpha val="35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9" name="object 59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2655866" y="2224183"/>
              <a:ext cx="249416" cy="101703"/>
            </a:xfrm>
            <a:prstGeom prst="rect">
              <a:avLst/>
            </a:prstGeom>
          </p:spPr>
        </p:pic>
        <p:sp>
          <p:nvSpPr>
            <p:cNvPr id="60" name="object 60" descr=""/>
            <p:cNvSpPr/>
            <p:nvPr/>
          </p:nvSpPr>
          <p:spPr>
            <a:xfrm>
              <a:off x="11308547" y="8732707"/>
              <a:ext cx="272415" cy="251460"/>
            </a:xfrm>
            <a:custGeom>
              <a:avLst/>
              <a:gdLst/>
              <a:ahLst/>
              <a:cxnLst/>
              <a:rect l="l" t="t" r="r" b="b"/>
              <a:pathLst>
                <a:path w="272415" h="251459">
                  <a:moveTo>
                    <a:pt x="43267" y="167534"/>
                  </a:moveTo>
                  <a:lnTo>
                    <a:pt x="40516" y="167534"/>
                  </a:lnTo>
                  <a:lnTo>
                    <a:pt x="39153" y="167806"/>
                  </a:lnTo>
                  <a:lnTo>
                    <a:pt x="2097" y="202988"/>
                  </a:lnTo>
                  <a:lnTo>
                    <a:pt x="0" y="208056"/>
                  </a:lnTo>
                  <a:lnTo>
                    <a:pt x="0" y="210799"/>
                  </a:lnTo>
                  <a:lnTo>
                    <a:pt x="35456" y="249216"/>
                  </a:lnTo>
                  <a:lnTo>
                    <a:pt x="40516" y="251321"/>
                  </a:lnTo>
                  <a:lnTo>
                    <a:pt x="43267" y="251321"/>
                  </a:lnTo>
                  <a:lnTo>
                    <a:pt x="52368" y="242212"/>
                  </a:lnTo>
                  <a:lnTo>
                    <a:pt x="52368" y="239468"/>
                  </a:lnTo>
                  <a:lnTo>
                    <a:pt x="52097" y="238097"/>
                  </a:lnTo>
                  <a:lnTo>
                    <a:pt x="51044" y="235563"/>
                  </a:lnTo>
                  <a:lnTo>
                    <a:pt x="50272" y="234400"/>
                  </a:lnTo>
                  <a:lnTo>
                    <a:pt x="35752" y="219898"/>
                  </a:lnTo>
                  <a:lnTo>
                    <a:pt x="178013" y="219898"/>
                  </a:lnTo>
                  <a:lnTo>
                    <a:pt x="196476" y="218052"/>
                  </a:lnTo>
                  <a:lnTo>
                    <a:pt x="214060" y="212694"/>
                  </a:lnTo>
                  <a:lnTo>
                    <a:pt x="230272" y="204031"/>
                  </a:lnTo>
                  <a:lnTo>
                    <a:pt x="236460" y="198957"/>
                  </a:lnTo>
                  <a:lnTo>
                    <a:pt x="35752" y="198957"/>
                  </a:lnTo>
                  <a:lnTo>
                    <a:pt x="50272" y="184454"/>
                  </a:lnTo>
                  <a:lnTo>
                    <a:pt x="51044" y="183292"/>
                  </a:lnTo>
                  <a:lnTo>
                    <a:pt x="52097" y="180748"/>
                  </a:lnTo>
                  <a:lnTo>
                    <a:pt x="52368" y="179386"/>
                  </a:lnTo>
                  <a:lnTo>
                    <a:pt x="52368" y="176643"/>
                  </a:lnTo>
                  <a:lnTo>
                    <a:pt x="44630" y="167806"/>
                  </a:lnTo>
                  <a:lnTo>
                    <a:pt x="43267" y="167534"/>
                  </a:lnTo>
                  <a:close/>
                </a:path>
                <a:path w="272415" h="251459">
                  <a:moveTo>
                    <a:pt x="264557" y="115189"/>
                  </a:moveTo>
                  <a:lnTo>
                    <a:pt x="259003" y="115189"/>
                  </a:lnTo>
                  <a:lnTo>
                    <a:pt x="256339" y="116289"/>
                  </a:lnTo>
                  <a:lnTo>
                    <a:pt x="252412" y="120216"/>
                  </a:lnTo>
                  <a:lnTo>
                    <a:pt x="251309" y="122886"/>
                  </a:lnTo>
                  <a:lnTo>
                    <a:pt x="251309" y="125660"/>
                  </a:lnTo>
                  <a:lnTo>
                    <a:pt x="249875" y="140021"/>
                  </a:lnTo>
                  <a:lnTo>
                    <a:pt x="229818" y="177470"/>
                  </a:lnTo>
                  <a:lnTo>
                    <a:pt x="192373" y="197522"/>
                  </a:lnTo>
                  <a:lnTo>
                    <a:pt x="178013" y="198957"/>
                  </a:lnTo>
                  <a:lnTo>
                    <a:pt x="236460" y="198957"/>
                  </a:lnTo>
                  <a:lnTo>
                    <a:pt x="265049" y="161708"/>
                  </a:lnTo>
                  <a:lnTo>
                    <a:pt x="272251" y="125660"/>
                  </a:lnTo>
                  <a:lnTo>
                    <a:pt x="272251" y="122886"/>
                  </a:lnTo>
                  <a:lnTo>
                    <a:pt x="271147" y="120216"/>
                  </a:lnTo>
                  <a:lnTo>
                    <a:pt x="267221" y="116289"/>
                  </a:lnTo>
                  <a:lnTo>
                    <a:pt x="264557" y="115189"/>
                  </a:lnTo>
                  <a:close/>
                </a:path>
                <a:path w="272415" h="251459">
                  <a:moveTo>
                    <a:pt x="233146" y="0"/>
                  </a:moveTo>
                  <a:lnTo>
                    <a:pt x="227588" y="0"/>
                  </a:lnTo>
                  <a:lnTo>
                    <a:pt x="224924" y="1109"/>
                  </a:lnTo>
                  <a:lnTo>
                    <a:pt x="220995" y="5036"/>
                  </a:lnTo>
                  <a:lnTo>
                    <a:pt x="219890" y="7706"/>
                  </a:lnTo>
                  <a:lnTo>
                    <a:pt x="219890" y="13255"/>
                  </a:lnTo>
                  <a:lnTo>
                    <a:pt x="220995" y="15925"/>
                  </a:lnTo>
                  <a:lnTo>
                    <a:pt x="236505" y="31422"/>
                  </a:lnTo>
                  <a:lnTo>
                    <a:pt x="94246" y="31422"/>
                  </a:lnTo>
                  <a:lnTo>
                    <a:pt x="41987" y="47289"/>
                  </a:lnTo>
                  <a:lnTo>
                    <a:pt x="7209" y="89613"/>
                  </a:lnTo>
                  <a:lnTo>
                    <a:pt x="8" y="125660"/>
                  </a:lnTo>
                  <a:lnTo>
                    <a:pt x="8" y="128435"/>
                  </a:lnTo>
                  <a:lnTo>
                    <a:pt x="1110" y="131105"/>
                  </a:lnTo>
                  <a:lnTo>
                    <a:pt x="5038" y="135031"/>
                  </a:lnTo>
                  <a:lnTo>
                    <a:pt x="7702" y="136131"/>
                  </a:lnTo>
                  <a:lnTo>
                    <a:pt x="13256" y="136131"/>
                  </a:lnTo>
                  <a:lnTo>
                    <a:pt x="15919" y="135031"/>
                  </a:lnTo>
                  <a:lnTo>
                    <a:pt x="19846" y="131105"/>
                  </a:lnTo>
                  <a:lnTo>
                    <a:pt x="20950" y="128435"/>
                  </a:lnTo>
                  <a:lnTo>
                    <a:pt x="20950" y="125660"/>
                  </a:lnTo>
                  <a:lnTo>
                    <a:pt x="22384" y="111300"/>
                  </a:lnTo>
                  <a:lnTo>
                    <a:pt x="42440" y="73850"/>
                  </a:lnTo>
                  <a:lnTo>
                    <a:pt x="79885" y="53798"/>
                  </a:lnTo>
                  <a:lnTo>
                    <a:pt x="94246" y="52364"/>
                  </a:lnTo>
                  <a:lnTo>
                    <a:pt x="266130" y="52364"/>
                  </a:lnTo>
                  <a:lnTo>
                    <a:pt x="270162" y="48333"/>
                  </a:lnTo>
                  <a:lnTo>
                    <a:pt x="270934" y="47171"/>
                  </a:lnTo>
                  <a:lnTo>
                    <a:pt x="271988" y="44626"/>
                  </a:lnTo>
                  <a:lnTo>
                    <a:pt x="272259" y="43265"/>
                  </a:lnTo>
                  <a:lnTo>
                    <a:pt x="272259" y="40522"/>
                  </a:lnTo>
                  <a:lnTo>
                    <a:pt x="271988" y="39150"/>
                  </a:lnTo>
                  <a:lnTo>
                    <a:pt x="270934" y="36616"/>
                  </a:lnTo>
                  <a:lnTo>
                    <a:pt x="270162" y="35454"/>
                  </a:lnTo>
                  <a:lnTo>
                    <a:pt x="235811" y="1109"/>
                  </a:lnTo>
                  <a:lnTo>
                    <a:pt x="233146" y="0"/>
                  </a:lnTo>
                  <a:close/>
                </a:path>
                <a:path w="272415" h="251459">
                  <a:moveTo>
                    <a:pt x="266130" y="52364"/>
                  </a:moveTo>
                  <a:lnTo>
                    <a:pt x="236505" y="52364"/>
                  </a:lnTo>
                  <a:lnTo>
                    <a:pt x="220995" y="67861"/>
                  </a:lnTo>
                  <a:lnTo>
                    <a:pt x="219890" y="70531"/>
                  </a:lnTo>
                  <a:lnTo>
                    <a:pt x="219890" y="76081"/>
                  </a:lnTo>
                  <a:lnTo>
                    <a:pt x="220995" y="78750"/>
                  </a:lnTo>
                  <a:lnTo>
                    <a:pt x="224924" y="82677"/>
                  </a:lnTo>
                  <a:lnTo>
                    <a:pt x="227588" y="83787"/>
                  </a:lnTo>
                  <a:lnTo>
                    <a:pt x="233146" y="83787"/>
                  </a:lnTo>
                  <a:lnTo>
                    <a:pt x="235811" y="82677"/>
                  </a:lnTo>
                  <a:lnTo>
                    <a:pt x="266130" y="52364"/>
                  </a:lnTo>
                  <a:close/>
                </a:path>
              </a:pathLst>
            </a:custGeom>
            <a:solidFill>
              <a:srgbClr val="34333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12219523" y="8512829"/>
              <a:ext cx="1172845" cy="743585"/>
            </a:xfrm>
            <a:custGeom>
              <a:avLst/>
              <a:gdLst/>
              <a:ahLst/>
              <a:cxnLst/>
              <a:rect l="l" t="t" r="r" b="b"/>
              <a:pathLst>
                <a:path w="1172844" h="743584">
                  <a:moveTo>
                    <a:pt x="1036617" y="0"/>
                  </a:moveTo>
                  <a:lnTo>
                    <a:pt x="136121" y="0"/>
                  </a:lnTo>
                  <a:lnTo>
                    <a:pt x="93096" y="6939"/>
                  </a:lnTo>
                  <a:lnTo>
                    <a:pt x="55729" y="26263"/>
                  </a:lnTo>
                  <a:lnTo>
                    <a:pt x="26263" y="55729"/>
                  </a:lnTo>
                  <a:lnTo>
                    <a:pt x="6939" y="93096"/>
                  </a:lnTo>
                  <a:lnTo>
                    <a:pt x="0" y="136121"/>
                  </a:lnTo>
                  <a:lnTo>
                    <a:pt x="0" y="607311"/>
                  </a:lnTo>
                  <a:lnTo>
                    <a:pt x="6939" y="650336"/>
                  </a:lnTo>
                  <a:lnTo>
                    <a:pt x="26263" y="687702"/>
                  </a:lnTo>
                  <a:lnTo>
                    <a:pt x="55729" y="717169"/>
                  </a:lnTo>
                  <a:lnTo>
                    <a:pt x="93096" y="736493"/>
                  </a:lnTo>
                  <a:lnTo>
                    <a:pt x="136121" y="743432"/>
                  </a:lnTo>
                  <a:lnTo>
                    <a:pt x="1036617" y="743432"/>
                  </a:lnTo>
                  <a:lnTo>
                    <a:pt x="1079642" y="736493"/>
                  </a:lnTo>
                  <a:lnTo>
                    <a:pt x="1117009" y="717169"/>
                  </a:lnTo>
                  <a:lnTo>
                    <a:pt x="1146475" y="687702"/>
                  </a:lnTo>
                  <a:lnTo>
                    <a:pt x="1165799" y="650336"/>
                  </a:lnTo>
                  <a:lnTo>
                    <a:pt x="1172739" y="607311"/>
                  </a:lnTo>
                  <a:lnTo>
                    <a:pt x="1172739" y="136121"/>
                  </a:lnTo>
                  <a:lnTo>
                    <a:pt x="1165799" y="93096"/>
                  </a:lnTo>
                  <a:lnTo>
                    <a:pt x="1146475" y="55729"/>
                  </a:lnTo>
                  <a:lnTo>
                    <a:pt x="1117009" y="26263"/>
                  </a:lnTo>
                  <a:lnTo>
                    <a:pt x="1079642" y="6939"/>
                  </a:lnTo>
                  <a:lnTo>
                    <a:pt x="1036617" y="0"/>
                  </a:lnTo>
                  <a:close/>
                </a:path>
              </a:pathLst>
            </a:custGeom>
            <a:solidFill>
              <a:srgbClr val="CF575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2" name="object 62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4041457" y="8732718"/>
              <a:ext cx="251301" cy="251301"/>
            </a:xfrm>
            <a:prstGeom prst="rect">
              <a:avLst/>
            </a:prstGeom>
          </p:spPr>
        </p:pic>
        <p:pic>
          <p:nvPicPr>
            <p:cNvPr id="63" name="object 63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1081686" y="9090477"/>
              <a:ext cx="727326" cy="132352"/>
            </a:xfrm>
            <a:prstGeom prst="rect">
              <a:avLst/>
            </a:prstGeom>
          </p:spPr>
        </p:pic>
        <p:pic>
          <p:nvPicPr>
            <p:cNvPr id="64" name="object 64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3871023" y="9069535"/>
              <a:ext cx="548915" cy="104457"/>
            </a:xfrm>
            <a:prstGeom prst="rect">
              <a:avLst/>
            </a:prstGeom>
          </p:spPr>
        </p:pic>
        <p:sp>
          <p:nvSpPr>
            <p:cNvPr id="65" name="object 65" descr=""/>
            <p:cNvSpPr/>
            <p:nvPr/>
          </p:nvSpPr>
          <p:spPr>
            <a:xfrm>
              <a:off x="11141022" y="3633397"/>
              <a:ext cx="3277870" cy="4041775"/>
            </a:xfrm>
            <a:custGeom>
              <a:avLst/>
              <a:gdLst/>
              <a:ahLst/>
              <a:cxnLst/>
              <a:rect l="l" t="t" r="r" b="b"/>
              <a:pathLst>
                <a:path w="3277869" h="4041775">
                  <a:moveTo>
                    <a:pt x="1087003" y="3218069"/>
                  </a:moveTo>
                  <a:lnTo>
                    <a:pt x="1076532" y="3218069"/>
                  </a:lnTo>
                  <a:lnTo>
                    <a:pt x="1076532" y="4041761"/>
                  </a:lnTo>
                  <a:lnTo>
                    <a:pt x="1087003" y="4041761"/>
                  </a:lnTo>
                  <a:lnTo>
                    <a:pt x="1087003" y="3218069"/>
                  </a:lnTo>
                  <a:close/>
                </a:path>
                <a:path w="3277869" h="4041775">
                  <a:moveTo>
                    <a:pt x="2247230" y="3213975"/>
                  </a:moveTo>
                  <a:lnTo>
                    <a:pt x="2236759" y="3213975"/>
                  </a:lnTo>
                  <a:lnTo>
                    <a:pt x="2236759" y="4041761"/>
                  </a:lnTo>
                  <a:lnTo>
                    <a:pt x="2247230" y="4041761"/>
                  </a:lnTo>
                  <a:lnTo>
                    <a:pt x="2247230" y="3213975"/>
                  </a:lnTo>
                  <a:close/>
                </a:path>
                <a:path w="3277869" h="4041775">
                  <a:moveTo>
                    <a:pt x="1087003" y="2190310"/>
                  </a:moveTo>
                  <a:lnTo>
                    <a:pt x="1076532" y="2190310"/>
                  </a:lnTo>
                  <a:lnTo>
                    <a:pt x="1076532" y="3207598"/>
                  </a:lnTo>
                  <a:lnTo>
                    <a:pt x="0" y="3211389"/>
                  </a:lnTo>
                  <a:lnTo>
                    <a:pt x="40" y="3221860"/>
                  </a:lnTo>
                  <a:lnTo>
                    <a:pt x="1087003" y="3218069"/>
                  </a:lnTo>
                  <a:lnTo>
                    <a:pt x="2247230" y="3213975"/>
                  </a:lnTo>
                  <a:lnTo>
                    <a:pt x="3277387" y="3210320"/>
                  </a:lnTo>
                  <a:lnTo>
                    <a:pt x="3277376" y="3207556"/>
                  </a:lnTo>
                  <a:lnTo>
                    <a:pt x="1087003" y="3207556"/>
                  </a:lnTo>
                  <a:lnTo>
                    <a:pt x="1087003" y="2190310"/>
                  </a:lnTo>
                  <a:close/>
                </a:path>
                <a:path w="3277869" h="4041775">
                  <a:moveTo>
                    <a:pt x="2247230" y="2186216"/>
                  </a:moveTo>
                  <a:lnTo>
                    <a:pt x="2236759" y="2186216"/>
                  </a:lnTo>
                  <a:lnTo>
                    <a:pt x="2236759" y="3203504"/>
                  </a:lnTo>
                  <a:lnTo>
                    <a:pt x="1087003" y="3207556"/>
                  </a:lnTo>
                  <a:lnTo>
                    <a:pt x="3277376" y="3207556"/>
                  </a:lnTo>
                  <a:lnTo>
                    <a:pt x="3277359" y="3203462"/>
                  </a:lnTo>
                  <a:lnTo>
                    <a:pt x="2247230" y="3203462"/>
                  </a:lnTo>
                  <a:lnTo>
                    <a:pt x="2247230" y="2186216"/>
                  </a:lnTo>
                  <a:close/>
                </a:path>
                <a:path w="3277869" h="4041775">
                  <a:moveTo>
                    <a:pt x="3277345" y="3199849"/>
                  </a:moveTo>
                  <a:lnTo>
                    <a:pt x="2247230" y="3203462"/>
                  </a:lnTo>
                  <a:lnTo>
                    <a:pt x="3277359" y="3203462"/>
                  </a:lnTo>
                  <a:lnTo>
                    <a:pt x="3277345" y="3199849"/>
                  </a:lnTo>
                  <a:close/>
                </a:path>
                <a:path w="3277869" h="4041775">
                  <a:moveTo>
                    <a:pt x="1087003" y="1127892"/>
                  </a:moveTo>
                  <a:lnTo>
                    <a:pt x="1076532" y="1127892"/>
                  </a:lnTo>
                  <a:lnTo>
                    <a:pt x="1076532" y="2179839"/>
                  </a:lnTo>
                  <a:lnTo>
                    <a:pt x="0" y="2183629"/>
                  </a:lnTo>
                  <a:lnTo>
                    <a:pt x="40" y="2194100"/>
                  </a:lnTo>
                  <a:lnTo>
                    <a:pt x="1087003" y="2190310"/>
                  </a:lnTo>
                  <a:lnTo>
                    <a:pt x="2247230" y="2186216"/>
                  </a:lnTo>
                  <a:lnTo>
                    <a:pt x="3277387" y="2182551"/>
                  </a:lnTo>
                  <a:lnTo>
                    <a:pt x="3277376" y="2179797"/>
                  </a:lnTo>
                  <a:lnTo>
                    <a:pt x="1087003" y="2179797"/>
                  </a:lnTo>
                  <a:lnTo>
                    <a:pt x="1087003" y="1127892"/>
                  </a:lnTo>
                  <a:close/>
                </a:path>
                <a:path w="3277869" h="4041775">
                  <a:moveTo>
                    <a:pt x="2247230" y="1123808"/>
                  </a:moveTo>
                  <a:lnTo>
                    <a:pt x="2236759" y="1123808"/>
                  </a:lnTo>
                  <a:lnTo>
                    <a:pt x="2236759" y="2175745"/>
                  </a:lnTo>
                  <a:lnTo>
                    <a:pt x="1087003" y="2179797"/>
                  </a:lnTo>
                  <a:lnTo>
                    <a:pt x="3277376" y="2179797"/>
                  </a:lnTo>
                  <a:lnTo>
                    <a:pt x="3277359" y="2175703"/>
                  </a:lnTo>
                  <a:lnTo>
                    <a:pt x="2247230" y="2175703"/>
                  </a:lnTo>
                  <a:lnTo>
                    <a:pt x="2247230" y="1123808"/>
                  </a:lnTo>
                  <a:close/>
                </a:path>
                <a:path w="3277869" h="4041775">
                  <a:moveTo>
                    <a:pt x="3277345" y="2172080"/>
                  </a:moveTo>
                  <a:lnTo>
                    <a:pt x="2247230" y="2175703"/>
                  </a:lnTo>
                  <a:lnTo>
                    <a:pt x="3277359" y="2175703"/>
                  </a:lnTo>
                  <a:lnTo>
                    <a:pt x="3277345" y="2172080"/>
                  </a:lnTo>
                  <a:close/>
                </a:path>
                <a:path w="3277869" h="4041775">
                  <a:moveTo>
                    <a:pt x="1087003" y="0"/>
                  </a:moveTo>
                  <a:lnTo>
                    <a:pt x="1076532" y="0"/>
                  </a:lnTo>
                  <a:lnTo>
                    <a:pt x="1076532" y="1117421"/>
                  </a:lnTo>
                  <a:lnTo>
                    <a:pt x="0" y="1121222"/>
                  </a:lnTo>
                  <a:lnTo>
                    <a:pt x="40" y="1131693"/>
                  </a:lnTo>
                  <a:lnTo>
                    <a:pt x="1087003" y="1127892"/>
                  </a:lnTo>
                  <a:lnTo>
                    <a:pt x="2247230" y="1123808"/>
                  </a:lnTo>
                  <a:lnTo>
                    <a:pt x="3277387" y="1120154"/>
                  </a:lnTo>
                  <a:lnTo>
                    <a:pt x="3277376" y="1117389"/>
                  </a:lnTo>
                  <a:lnTo>
                    <a:pt x="1087003" y="1117389"/>
                  </a:lnTo>
                  <a:lnTo>
                    <a:pt x="1087003" y="0"/>
                  </a:lnTo>
                  <a:close/>
                </a:path>
                <a:path w="3277869" h="4041775">
                  <a:moveTo>
                    <a:pt x="2247230" y="0"/>
                  </a:moveTo>
                  <a:lnTo>
                    <a:pt x="2236759" y="0"/>
                  </a:lnTo>
                  <a:lnTo>
                    <a:pt x="2236759" y="1113337"/>
                  </a:lnTo>
                  <a:lnTo>
                    <a:pt x="1087003" y="1117389"/>
                  </a:lnTo>
                  <a:lnTo>
                    <a:pt x="3277376" y="1117389"/>
                  </a:lnTo>
                  <a:lnTo>
                    <a:pt x="3277359" y="1113295"/>
                  </a:lnTo>
                  <a:lnTo>
                    <a:pt x="2247230" y="1113295"/>
                  </a:lnTo>
                  <a:lnTo>
                    <a:pt x="2247230" y="0"/>
                  </a:lnTo>
                  <a:close/>
                </a:path>
                <a:path w="3277869" h="4041775">
                  <a:moveTo>
                    <a:pt x="3277345" y="1109683"/>
                  </a:moveTo>
                  <a:lnTo>
                    <a:pt x="2247230" y="1113295"/>
                  </a:lnTo>
                  <a:lnTo>
                    <a:pt x="3277359" y="1113295"/>
                  </a:lnTo>
                  <a:lnTo>
                    <a:pt x="3277345" y="1109683"/>
                  </a:lnTo>
                  <a:close/>
                </a:path>
              </a:pathLst>
            </a:custGeom>
            <a:solidFill>
              <a:srgbClr val="000000">
                <a:alpha val="16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 descr=""/>
            <p:cNvSpPr/>
            <p:nvPr/>
          </p:nvSpPr>
          <p:spPr>
            <a:xfrm>
              <a:off x="11151493" y="3109853"/>
              <a:ext cx="461009" cy="251460"/>
            </a:xfrm>
            <a:custGeom>
              <a:avLst/>
              <a:gdLst/>
              <a:ahLst/>
              <a:cxnLst/>
              <a:rect l="l" t="t" r="r" b="b"/>
              <a:pathLst>
                <a:path w="461009" h="251460">
                  <a:moveTo>
                    <a:pt x="335068" y="0"/>
                  </a:moveTo>
                  <a:lnTo>
                    <a:pt x="125650" y="0"/>
                  </a:lnTo>
                  <a:lnTo>
                    <a:pt x="76741" y="9874"/>
                  </a:lnTo>
                  <a:lnTo>
                    <a:pt x="36802" y="36802"/>
                  </a:lnTo>
                  <a:lnTo>
                    <a:pt x="9874" y="76741"/>
                  </a:lnTo>
                  <a:lnTo>
                    <a:pt x="0" y="125650"/>
                  </a:lnTo>
                  <a:lnTo>
                    <a:pt x="9874" y="174559"/>
                  </a:lnTo>
                  <a:lnTo>
                    <a:pt x="36802" y="214499"/>
                  </a:lnTo>
                  <a:lnTo>
                    <a:pt x="76741" y="241426"/>
                  </a:lnTo>
                  <a:lnTo>
                    <a:pt x="125650" y="251301"/>
                  </a:lnTo>
                  <a:lnTo>
                    <a:pt x="335068" y="251301"/>
                  </a:lnTo>
                  <a:lnTo>
                    <a:pt x="383977" y="241426"/>
                  </a:lnTo>
                  <a:lnTo>
                    <a:pt x="423916" y="214499"/>
                  </a:lnTo>
                  <a:lnTo>
                    <a:pt x="450844" y="174559"/>
                  </a:lnTo>
                  <a:lnTo>
                    <a:pt x="460718" y="125650"/>
                  </a:lnTo>
                  <a:lnTo>
                    <a:pt x="450844" y="76741"/>
                  </a:lnTo>
                  <a:lnTo>
                    <a:pt x="423916" y="36802"/>
                  </a:lnTo>
                  <a:lnTo>
                    <a:pt x="383977" y="9874"/>
                  </a:lnTo>
                  <a:lnTo>
                    <a:pt x="335068" y="0"/>
                  </a:lnTo>
                  <a:close/>
                </a:path>
              </a:pathLst>
            </a:custGeom>
            <a:solidFill>
              <a:srgbClr val="0F172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7" name="object 67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1381852" y="3130794"/>
              <a:ext cx="209417" cy="209417"/>
            </a:xfrm>
            <a:prstGeom prst="rect">
              <a:avLst/>
            </a:prstGeom>
          </p:spPr>
        </p:pic>
        <p:pic>
          <p:nvPicPr>
            <p:cNvPr id="68" name="object 68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1707692" y="3175464"/>
              <a:ext cx="966896" cy="114164"/>
            </a:xfrm>
            <a:prstGeom prst="rect">
              <a:avLst/>
            </a:prstGeom>
          </p:spPr>
        </p:pic>
        <p:pic>
          <p:nvPicPr>
            <p:cNvPr id="69" name="object 69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1455148" y="3937052"/>
              <a:ext cx="1235564" cy="1319331"/>
            </a:xfrm>
            <a:prstGeom prst="rect">
              <a:avLst/>
            </a:prstGeom>
          </p:spPr>
        </p:pic>
        <p:pic>
          <p:nvPicPr>
            <p:cNvPr id="70" name="object 70" descr="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11497032" y="3937052"/>
              <a:ext cx="1151797" cy="1235564"/>
            </a:xfrm>
            <a:prstGeom prst="rect">
              <a:avLst/>
            </a:prstGeom>
          </p:spPr>
        </p:pic>
        <p:sp>
          <p:nvSpPr>
            <p:cNvPr id="71" name="object 71" descr=""/>
            <p:cNvSpPr/>
            <p:nvPr/>
          </p:nvSpPr>
          <p:spPr>
            <a:xfrm>
              <a:off x="11497031" y="3937063"/>
              <a:ext cx="1151890" cy="1235710"/>
            </a:xfrm>
            <a:custGeom>
              <a:avLst/>
              <a:gdLst/>
              <a:ahLst/>
              <a:cxnLst/>
              <a:rect l="l" t="t" r="r" b="b"/>
              <a:pathLst>
                <a:path w="1151890" h="1235710">
                  <a:moveTo>
                    <a:pt x="1151788" y="0"/>
                  </a:moveTo>
                  <a:lnTo>
                    <a:pt x="1146556" y="0"/>
                  </a:lnTo>
                  <a:lnTo>
                    <a:pt x="1141323" y="0"/>
                  </a:lnTo>
                  <a:lnTo>
                    <a:pt x="1141323" y="5080"/>
                  </a:lnTo>
                  <a:lnTo>
                    <a:pt x="1141323" y="1230630"/>
                  </a:lnTo>
                  <a:lnTo>
                    <a:pt x="10464" y="1230630"/>
                  </a:lnTo>
                  <a:lnTo>
                    <a:pt x="10464" y="1230325"/>
                  </a:lnTo>
                  <a:lnTo>
                    <a:pt x="1141323" y="1230325"/>
                  </a:lnTo>
                  <a:lnTo>
                    <a:pt x="1141323" y="1225092"/>
                  </a:lnTo>
                  <a:lnTo>
                    <a:pt x="10464" y="1225092"/>
                  </a:lnTo>
                  <a:lnTo>
                    <a:pt x="10464" y="10464"/>
                  </a:lnTo>
                  <a:lnTo>
                    <a:pt x="1141323" y="10464"/>
                  </a:lnTo>
                  <a:lnTo>
                    <a:pt x="1141323" y="5232"/>
                  </a:lnTo>
                  <a:lnTo>
                    <a:pt x="10464" y="5232"/>
                  </a:lnTo>
                  <a:lnTo>
                    <a:pt x="10464" y="5080"/>
                  </a:lnTo>
                  <a:lnTo>
                    <a:pt x="1141323" y="5080"/>
                  </a:lnTo>
                  <a:lnTo>
                    <a:pt x="1141323" y="0"/>
                  </a:lnTo>
                  <a:lnTo>
                    <a:pt x="5232" y="0"/>
                  </a:lnTo>
                  <a:lnTo>
                    <a:pt x="0" y="0"/>
                  </a:lnTo>
                  <a:lnTo>
                    <a:pt x="0" y="10160"/>
                  </a:lnTo>
                  <a:lnTo>
                    <a:pt x="0" y="1225550"/>
                  </a:lnTo>
                  <a:lnTo>
                    <a:pt x="0" y="1235710"/>
                  </a:lnTo>
                  <a:lnTo>
                    <a:pt x="5232" y="1235710"/>
                  </a:lnTo>
                  <a:lnTo>
                    <a:pt x="1146556" y="1235710"/>
                  </a:lnTo>
                  <a:lnTo>
                    <a:pt x="1146556" y="1235557"/>
                  </a:lnTo>
                  <a:lnTo>
                    <a:pt x="1151788" y="1235557"/>
                  </a:lnTo>
                  <a:lnTo>
                    <a:pt x="1151788" y="1225550"/>
                  </a:lnTo>
                  <a:lnTo>
                    <a:pt x="1151788" y="1225092"/>
                  </a:lnTo>
                  <a:lnTo>
                    <a:pt x="1151788" y="10464"/>
                  </a:lnTo>
                  <a:lnTo>
                    <a:pt x="1151788" y="10160"/>
                  </a:lnTo>
                  <a:lnTo>
                    <a:pt x="115178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2" name="object 72" descr="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2292819" y="3957994"/>
              <a:ext cx="1319331" cy="1266977"/>
            </a:xfrm>
            <a:prstGeom prst="rect">
              <a:avLst/>
            </a:prstGeom>
          </p:spPr>
        </p:pic>
        <p:pic>
          <p:nvPicPr>
            <p:cNvPr id="73" name="object 73" descr="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12334703" y="3957994"/>
              <a:ext cx="1235564" cy="1183210"/>
            </a:xfrm>
            <a:prstGeom prst="rect">
              <a:avLst/>
            </a:prstGeom>
          </p:spPr>
        </p:pic>
        <p:sp>
          <p:nvSpPr>
            <p:cNvPr id="74" name="object 74" descr=""/>
            <p:cNvSpPr/>
            <p:nvPr/>
          </p:nvSpPr>
          <p:spPr>
            <a:xfrm>
              <a:off x="12334698" y="3958005"/>
              <a:ext cx="1236345" cy="1183640"/>
            </a:xfrm>
            <a:custGeom>
              <a:avLst/>
              <a:gdLst/>
              <a:ahLst/>
              <a:cxnLst/>
              <a:rect l="l" t="t" r="r" b="b"/>
              <a:pathLst>
                <a:path w="1236344" h="1183639">
                  <a:moveTo>
                    <a:pt x="1235837" y="0"/>
                  </a:moveTo>
                  <a:lnTo>
                    <a:pt x="1230757" y="0"/>
                  </a:lnTo>
                  <a:lnTo>
                    <a:pt x="1230757" y="10464"/>
                  </a:lnTo>
                  <a:lnTo>
                    <a:pt x="1230757" y="1172730"/>
                  </a:lnTo>
                  <a:lnTo>
                    <a:pt x="1230325" y="1172730"/>
                  </a:lnTo>
                  <a:lnTo>
                    <a:pt x="1230325" y="10464"/>
                  </a:lnTo>
                  <a:lnTo>
                    <a:pt x="1230757" y="10464"/>
                  </a:lnTo>
                  <a:lnTo>
                    <a:pt x="1230757" y="0"/>
                  </a:lnTo>
                  <a:lnTo>
                    <a:pt x="1225677" y="0"/>
                  </a:lnTo>
                  <a:lnTo>
                    <a:pt x="1225092" y="0"/>
                  </a:lnTo>
                  <a:lnTo>
                    <a:pt x="1225092" y="10464"/>
                  </a:lnTo>
                  <a:lnTo>
                    <a:pt x="1225092" y="1172730"/>
                  </a:lnTo>
                  <a:lnTo>
                    <a:pt x="10464" y="1172730"/>
                  </a:lnTo>
                  <a:lnTo>
                    <a:pt x="10464" y="10464"/>
                  </a:lnTo>
                  <a:lnTo>
                    <a:pt x="1225092" y="10464"/>
                  </a:lnTo>
                  <a:lnTo>
                    <a:pt x="1225092" y="0"/>
                  </a:lnTo>
                  <a:lnTo>
                    <a:pt x="10287" y="0"/>
                  </a:lnTo>
                  <a:lnTo>
                    <a:pt x="5232" y="0"/>
                  </a:lnTo>
                  <a:lnTo>
                    <a:pt x="5232" y="10464"/>
                  </a:lnTo>
                  <a:lnTo>
                    <a:pt x="5232" y="1172730"/>
                  </a:lnTo>
                  <a:lnTo>
                    <a:pt x="5207" y="10464"/>
                  </a:lnTo>
                  <a:lnTo>
                    <a:pt x="5232" y="0"/>
                  </a:lnTo>
                  <a:lnTo>
                    <a:pt x="127" y="0"/>
                  </a:lnTo>
                  <a:lnTo>
                    <a:pt x="127" y="5232"/>
                  </a:lnTo>
                  <a:lnTo>
                    <a:pt x="127" y="1177975"/>
                  </a:lnTo>
                  <a:lnTo>
                    <a:pt x="0" y="1177975"/>
                  </a:lnTo>
                  <a:lnTo>
                    <a:pt x="0" y="1183208"/>
                  </a:lnTo>
                  <a:lnTo>
                    <a:pt x="10287" y="1183208"/>
                  </a:lnTo>
                  <a:lnTo>
                    <a:pt x="10464" y="1183208"/>
                  </a:lnTo>
                  <a:lnTo>
                    <a:pt x="1225092" y="1183208"/>
                  </a:lnTo>
                  <a:lnTo>
                    <a:pt x="1225677" y="1183208"/>
                  </a:lnTo>
                  <a:lnTo>
                    <a:pt x="1235570" y="1183208"/>
                  </a:lnTo>
                  <a:lnTo>
                    <a:pt x="1235570" y="1177975"/>
                  </a:lnTo>
                  <a:lnTo>
                    <a:pt x="1235837" y="1177975"/>
                  </a:lnTo>
                  <a:lnTo>
                    <a:pt x="1235837" y="5232"/>
                  </a:lnTo>
                  <a:lnTo>
                    <a:pt x="123583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5" name="object 75" descr="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13339908" y="3528688"/>
              <a:ext cx="1162268" cy="1319331"/>
            </a:xfrm>
            <a:prstGeom prst="rect">
              <a:avLst/>
            </a:prstGeom>
          </p:spPr>
        </p:pic>
        <p:pic>
          <p:nvPicPr>
            <p:cNvPr id="76" name="object 76" descr="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3381791" y="3539159"/>
              <a:ext cx="1078501" cy="1225093"/>
            </a:xfrm>
            <a:prstGeom prst="rect">
              <a:avLst/>
            </a:prstGeom>
          </p:spPr>
        </p:pic>
        <p:sp>
          <p:nvSpPr>
            <p:cNvPr id="77" name="object 77" descr=""/>
            <p:cNvSpPr/>
            <p:nvPr/>
          </p:nvSpPr>
          <p:spPr>
            <a:xfrm>
              <a:off x="13381787" y="3528694"/>
              <a:ext cx="1078865" cy="1236345"/>
            </a:xfrm>
            <a:custGeom>
              <a:avLst/>
              <a:gdLst/>
              <a:ahLst/>
              <a:cxnLst/>
              <a:rect l="l" t="t" r="r" b="b"/>
              <a:pathLst>
                <a:path w="1078865" h="1236345">
                  <a:moveTo>
                    <a:pt x="1078496" y="0"/>
                  </a:moveTo>
                  <a:lnTo>
                    <a:pt x="1068031" y="0"/>
                  </a:lnTo>
                  <a:lnTo>
                    <a:pt x="1068031" y="165"/>
                  </a:lnTo>
                  <a:lnTo>
                    <a:pt x="1057554" y="165"/>
                  </a:lnTo>
                  <a:lnTo>
                    <a:pt x="1057554" y="1225715"/>
                  </a:lnTo>
                  <a:lnTo>
                    <a:pt x="20942" y="1225715"/>
                  </a:lnTo>
                  <a:lnTo>
                    <a:pt x="20942" y="1225092"/>
                  </a:lnTo>
                  <a:lnTo>
                    <a:pt x="1057554" y="1225092"/>
                  </a:lnTo>
                  <a:lnTo>
                    <a:pt x="1057554" y="1214628"/>
                  </a:lnTo>
                  <a:lnTo>
                    <a:pt x="20942" y="1214628"/>
                  </a:lnTo>
                  <a:lnTo>
                    <a:pt x="20942" y="1214285"/>
                  </a:lnTo>
                  <a:lnTo>
                    <a:pt x="20942" y="20942"/>
                  </a:lnTo>
                  <a:lnTo>
                    <a:pt x="1057554" y="20942"/>
                  </a:lnTo>
                  <a:lnTo>
                    <a:pt x="1057554" y="10464"/>
                  </a:lnTo>
                  <a:lnTo>
                    <a:pt x="20942" y="10464"/>
                  </a:lnTo>
                  <a:lnTo>
                    <a:pt x="20942" y="10325"/>
                  </a:lnTo>
                  <a:lnTo>
                    <a:pt x="1057554" y="10325"/>
                  </a:lnTo>
                  <a:lnTo>
                    <a:pt x="1057554" y="165"/>
                  </a:lnTo>
                  <a:lnTo>
                    <a:pt x="10464" y="165"/>
                  </a:lnTo>
                  <a:lnTo>
                    <a:pt x="0" y="165"/>
                  </a:lnTo>
                  <a:lnTo>
                    <a:pt x="0" y="20485"/>
                  </a:lnTo>
                  <a:lnTo>
                    <a:pt x="0" y="1214285"/>
                  </a:lnTo>
                  <a:lnTo>
                    <a:pt x="0" y="1235875"/>
                  </a:lnTo>
                  <a:lnTo>
                    <a:pt x="10464" y="1235875"/>
                  </a:lnTo>
                  <a:lnTo>
                    <a:pt x="1068031" y="1235875"/>
                  </a:lnTo>
                  <a:lnTo>
                    <a:pt x="1068031" y="1235570"/>
                  </a:lnTo>
                  <a:lnTo>
                    <a:pt x="1078496" y="1235570"/>
                  </a:lnTo>
                  <a:lnTo>
                    <a:pt x="1078496" y="1214628"/>
                  </a:lnTo>
                  <a:lnTo>
                    <a:pt x="1068031" y="1214628"/>
                  </a:lnTo>
                  <a:lnTo>
                    <a:pt x="1068031" y="1214285"/>
                  </a:lnTo>
                  <a:lnTo>
                    <a:pt x="1078496" y="1214285"/>
                  </a:lnTo>
                  <a:lnTo>
                    <a:pt x="1078496" y="20942"/>
                  </a:lnTo>
                  <a:lnTo>
                    <a:pt x="1078496" y="20485"/>
                  </a:lnTo>
                  <a:lnTo>
                    <a:pt x="1078496" y="0"/>
                  </a:lnTo>
                  <a:close/>
                </a:path>
              </a:pathLst>
            </a:custGeom>
            <a:solidFill>
              <a:srgbClr val="54E17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8" name="object 78" descr="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11308556" y="5005083"/>
              <a:ext cx="1214622" cy="1151797"/>
            </a:xfrm>
            <a:prstGeom prst="rect">
              <a:avLst/>
            </a:prstGeom>
          </p:spPr>
        </p:pic>
        <p:pic>
          <p:nvPicPr>
            <p:cNvPr id="79" name="object 79" descr="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11350440" y="5005083"/>
              <a:ext cx="1130855" cy="1068030"/>
            </a:xfrm>
            <a:prstGeom prst="rect">
              <a:avLst/>
            </a:prstGeom>
          </p:spPr>
        </p:pic>
        <p:sp>
          <p:nvSpPr>
            <p:cNvPr id="80" name="object 80" descr=""/>
            <p:cNvSpPr/>
            <p:nvPr/>
          </p:nvSpPr>
          <p:spPr>
            <a:xfrm>
              <a:off x="11350435" y="5005095"/>
              <a:ext cx="1130935" cy="1068705"/>
            </a:xfrm>
            <a:custGeom>
              <a:avLst/>
              <a:gdLst/>
              <a:ahLst/>
              <a:cxnLst/>
              <a:rect l="l" t="t" r="r" b="b"/>
              <a:pathLst>
                <a:path w="1130934" h="1068704">
                  <a:moveTo>
                    <a:pt x="1130858" y="0"/>
                  </a:moveTo>
                  <a:lnTo>
                    <a:pt x="1125613" y="0"/>
                  </a:lnTo>
                  <a:lnTo>
                    <a:pt x="1120381" y="114"/>
                  </a:lnTo>
                  <a:lnTo>
                    <a:pt x="1120381" y="1063104"/>
                  </a:lnTo>
                  <a:lnTo>
                    <a:pt x="10464" y="1063104"/>
                  </a:lnTo>
                  <a:lnTo>
                    <a:pt x="10464" y="1062786"/>
                  </a:lnTo>
                  <a:lnTo>
                    <a:pt x="1120381" y="1062786"/>
                  </a:lnTo>
                  <a:lnTo>
                    <a:pt x="1120381" y="1057554"/>
                  </a:lnTo>
                  <a:lnTo>
                    <a:pt x="10464" y="1057554"/>
                  </a:lnTo>
                  <a:lnTo>
                    <a:pt x="10464" y="10464"/>
                  </a:lnTo>
                  <a:lnTo>
                    <a:pt x="1120381" y="10464"/>
                  </a:lnTo>
                  <a:lnTo>
                    <a:pt x="1120381" y="5232"/>
                  </a:lnTo>
                  <a:lnTo>
                    <a:pt x="10464" y="5232"/>
                  </a:lnTo>
                  <a:lnTo>
                    <a:pt x="1120381" y="5194"/>
                  </a:lnTo>
                  <a:lnTo>
                    <a:pt x="1120381" y="114"/>
                  </a:lnTo>
                  <a:lnTo>
                    <a:pt x="5232" y="114"/>
                  </a:lnTo>
                  <a:lnTo>
                    <a:pt x="0" y="114"/>
                  </a:lnTo>
                  <a:lnTo>
                    <a:pt x="0" y="10274"/>
                  </a:lnTo>
                  <a:lnTo>
                    <a:pt x="0" y="1058024"/>
                  </a:lnTo>
                  <a:lnTo>
                    <a:pt x="0" y="1068184"/>
                  </a:lnTo>
                  <a:lnTo>
                    <a:pt x="5232" y="1068184"/>
                  </a:lnTo>
                  <a:lnTo>
                    <a:pt x="1125613" y="1068184"/>
                  </a:lnTo>
                  <a:lnTo>
                    <a:pt x="1125613" y="1068019"/>
                  </a:lnTo>
                  <a:lnTo>
                    <a:pt x="1130858" y="1068019"/>
                  </a:lnTo>
                  <a:lnTo>
                    <a:pt x="1130858" y="1058024"/>
                  </a:lnTo>
                  <a:lnTo>
                    <a:pt x="1130858" y="1057554"/>
                  </a:lnTo>
                  <a:lnTo>
                    <a:pt x="1130858" y="10464"/>
                  </a:lnTo>
                  <a:lnTo>
                    <a:pt x="1130858" y="10274"/>
                  </a:lnTo>
                  <a:lnTo>
                    <a:pt x="113085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1" name="object 81" descr="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12784951" y="6073113"/>
              <a:ext cx="1256506" cy="1151797"/>
            </a:xfrm>
            <a:prstGeom prst="rect">
              <a:avLst/>
            </a:prstGeom>
          </p:spPr>
        </p:pic>
        <p:pic>
          <p:nvPicPr>
            <p:cNvPr id="82" name="object 82" descr="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12826834" y="6073113"/>
              <a:ext cx="1172739" cy="1068030"/>
            </a:xfrm>
            <a:prstGeom prst="rect">
              <a:avLst/>
            </a:prstGeom>
          </p:spPr>
        </p:pic>
        <p:sp>
          <p:nvSpPr>
            <p:cNvPr id="83" name="object 83" descr=""/>
            <p:cNvSpPr/>
            <p:nvPr/>
          </p:nvSpPr>
          <p:spPr>
            <a:xfrm>
              <a:off x="12826823" y="6073114"/>
              <a:ext cx="1172845" cy="1068705"/>
            </a:xfrm>
            <a:custGeom>
              <a:avLst/>
              <a:gdLst/>
              <a:ahLst/>
              <a:cxnLst/>
              <a:rect l="l" t="t" r="r" b="b"/>
              <a:pathLst>
                <a:path w="1172844" h="1068704">
                  <a:moveTo>
                    <a:pt x="1172743" y="0"/>
                  </a:moveTo>
                  <a:lnTo>
                    <a:pt x="1167511" y="0"/>
                  </a:lnTo>
                  <a:lnTo>
                    <a:pt x="1167511" y="127"/>
                  </a:lnTo>
                  <a:lnTo>
                    <a:pt x="1162278" y="127"/>
                  </a:lnTo>
                  <a:lnTo>
                    <a:pt x="1162278" y="1063117"/>
                  </a:lnTo>
                  <a:lnTo>
                    <a:pt x="10477" y="1063117"/>
                  </a:lnTo>
                  <a:lnTo>
                    <a:pt x="10477" y="1062799"/>
                  </a:lnTo>
                  <a:lnTo>
                    <a:pt x="1162278" y="1062799"/>
                  </a:lnTo>
                  <a:lnTo>
                    <a:pt x="1162278" y="1057567"/>
                  </a:lnTo>
                  <a:lnTo>
                    <a:pt x="10477" y="1057567"/>
                  </a:lnTo>
                  <a:lnTo>
                    <a:pt x="10477" y="10477"/>
                  </a:lnTo>
                  <a:lnTo>
                    <a:pt x="1162278" y="10477"/>
                  </a:lnTo>
                  <a:lnTo>
                    <a:pt x="1162278" y="5245"/>
                  </a:lnTo>
                  <a:lnTo>
                    <a:pt x="10477" y="5245"/>
                  </a:lnTo>
                  <a:lnTo>
                    <a:pt x="1162278" y="5207"/>
                  </a:lnTo>
                  <a:lnTo>
                    <a:pt x="1162278" y="127"/>
                  </a:lnTo>
                  <a:lnTo>
                    <a:pt x="5245" y="127"/>
                  </a:lnTo>
                  <a:lnTo>
                    <a:pt x="0" y="127"/>
                  </a:lnTo>
                  <a:lnTo>
                    <a:pt x="0" y="10287"/>
                  </a:lnTo>
                  <a:lnTo>
                    <a:pt x="0" y="1058037"/>
                  </a:lnTo>
                  <a:lnTo>
                    <a:pt x="0" y="1068197"/>
                  </a:lnTo>
                  <a:lnTo>
                    <a:pt x="5245" y="1068197"/>
                  </a:lnTo>
                  <a:lnTo>
                    <a:pt x="1167511" y="1068197"/>
                  </a:lnTo>
                  <a:lnTo>
                    <a:pt x="1167511" y="1068031"/>
                  </a:lnTo>
                  <a:lnTo>
                    <a:pt x="1172743" y="1068031"/>
                  </a:lnTo>
                  <a:lnTo>
                    <a:pt x="1172743" y="1058037"/>
                  </a:lnTo>
                  <a:lnTo>
                    <a:pt x="1172743" y="1057567"/>
                  </a:lnTo>
                  <a:lnTo>
                    <a:pt x="1172743" y="10477"/>
                  </a:lnTo>
                  <a:lnTo>
                    <a:pt x="1172743" y="10287"/>
                  </a:lnTo>
                  <a:lnTo>
                    <a:pt x="117274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4" name="object 84" descr="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12868718" y="4848019"/>
              <a:ext cx="1151797" cy="1162268"/>
            </a:xfrm>
            <a:prstGeom prst="rect">
              <a:avLst/>
            </a:prstGeom>
          </p:spPr>
        </p:pic>
        <p:pic>
          <p:nvPicPr>
            <p:cNvPr id="85" name="object 85" descr="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12910602" y="4848020"/>
              <a:ext cx="1068030" cy="1078501"/>
            </a:xfrm>
            <a:prstGeom prst="rect">
              <a:avLst/>
            </a:prstGeom>
          </p:spPr>
        </p:pic>
        <p:sp>
          <p:nvSpPr>
            <p:cNvPr id="86" name="object 86" descr=""/>
            <p:cNvSpPr/>
            <p:nvPr/>
          </p:nvSpPr>
          <p:spPr>
            <a:xfrm>
              <a:off x="12910592" y="4848021"/>
              <a:ext cx="1068705" cy="1078865"/>
            </a:xfrm>
            <a:custGeom>
              <a:avLst/>
              <a:gdLst/>
              <a:ahLst/>
              <a:cxnLst/>
              <a:rect l="l" t="t" r="r" b="b"/>
              <a:pathLst>
                <a:path w="1068705" h="1078864">
                  <a:moveTo>
                    <a:pt x="1068501" y="5245"/>
                  </a:moveTo>
                  <a:lnTo>
                    <a:pt x="1068031" y="5245"/>
                  </a:lnTo>
                  <a:lnTo>
                    <a:pt x="1068031" y="0"/>
                  </a:lnTo>
                  <a:lnTo>
                    <a:pt x="1063421" y="0"/>
                  </a:lnTo>
                  <a:lnTo>
                    <a:pt x="1063421" y="10477"/>
                  </a:lnTo>
                  <a:lnTo>
                    <a:pt x="1063421" y="1068031"/>
                  </a:lnTo>
                  <a:lnTo>
                    <a:pt x="1062799" y="1068031"/>
                  </a:lnTo>
                  <a:lnTo>
                    <a:pt x="1062799" y="10477"/>
                  </a:lnTo>
                  <a:lnTo>
                    <a:pt x="1063421" y="10477"/>
                  </a:lnTo>
                  <a:lnTo>
                    <a:pt x="1063421" y="0"/>
                  </a:lnTo>
                  <a:lnTo>
                    <a:pt x="1057567" y="0"/>
                  </a:lnTo>
                  <a:lnTo>
                    <a:pt x="1057567" y="5245"/>
                  </a:lnTo>
                  <a:lnTo>
                    <a:pt x="1057567" y="10477"/>
                  </a:lnTo>
                  <a:lnTo>
                    <a:pt x="1057567" y="1068031"/>
                  </a:lnTo>
                  <a:lnTo>
                    <a:pt x="1057071" y="1068031"/>
                  </a:lnTo>
                  <a:lnTo>
                    <a:pt x="10591" y="1068031"/>
                  </a:lnTo>
                  <a:lnTo>
                    <a:pt x="10477" y="10477"/>
                  </a:lnTo>
                  <a:lnTo>
                    <a:pt x="1057071" y="10477"/>
                  </a:lnTo>
                  <a:lnTo>
                    <a:pt x="1057567" y="10477"/>
                  </a:lnTo>
                  <a:lnTo>
                    <a:pt x="1057567" y="5245"/>
                  </a:lnTo>
                  <a:lnTo>
                    <a:pt x="1057071" y="5245"/>
                  </a:lnTo>
                  <a:lnTo>
                    <a:pt x="1057071" y="0"/>
                  </a:lnTo>
                  <a:lnTo>
                    <a:pt x="10591" y="0"/>
                  </a:lnTo>
                  <a:lnTo>
                    <a:pt x="10591" y="5245"/>
                  </a:lnTo>
                  <a:lnTo>
                    <a:pt x="10477" y="0"/>
                  </a:lnTo>
                  <a:lnTo>
                    <a:pt x="0" y="0"/>
                  </a:lnTo>
                  <a:lnTo>
                    <a:pt x="0" y="5245"/>
                  </a:lnTo>
                  <a:lnTo>
                    <a:pt x="431" y="5245"/>
                  </a:lnTo>
                  <a:lnTo>
                    <a:pt x="431" y="1073264"/>
                  </a:lnTo>
                  <a:lnTo>
                    <a:pt x="431" y="1078509"/>
                  </a:lnTo>
                  <a:lnTo>
                    <a:pt x="10591" y="1078509"/>
                  </a:lnTo>
                  <a:lnTo>
                    <a:pt x="1057071" y="1078509"/>
                  </a:lnTo>
                  <a:lnTo>
                    <a:pt x="1068501" y="1078509"/>
                  </a:lnTo>
                  <a:lnTo>
                    <a:pt x="1068501" y="1073264"/>
                  </a:lnTo>
                  <a:lnTo>
                    <a:pt x="1068501" y="52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7" name="object 87" descr="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11622683" y="3842814"/>
              <a:ext cx="1214622" cy="1120384"/>
            </a:xfrm>
            <a:prstGeom prst="rect">
              <a:avLst/>
            </a:prstGeom>
          </p:spPr>
        </p:pic>
        <p:pic>
          <p:nvPicPr>
            <p:cNvPr id="88" name="object 88" descr="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11664566" y="3842814"/>
              <a:ext cx="1130855" cy="1036617"/>
            </a:xfrm>
            <a:prstGeom prst="rect">
              <a:avLst/>
            </a:prstGeom>
          </p:spPr>
        </p:pic>
        <p:sp>
          <p:nvSpPr>
            <p:cNvPr id="89" name="object 89" descr=""/>
            <p:cNvSpPr/>
            <p:nvPr/>
          </p:nvSpPr>
          <p:spPr>
            <a:xfrm>
              <a:off x="11664557" y="3842816"/>
              <a:ext cx="1130935" cy="1036955"/>
            </a:xfrm>
            <a:custGeom>
              <a:avLst/>
              <a:gdLst/>
              <a:ahLst/>
              <a:cxnLst/>
              <a:rect l="l" t="t" r="r" b="b"/>
              <a:pathLst>
                <a:path w="1130934" h="1036954">
                  <a:moveTo>
                    <a:pt x="1130858" y="0"/>
                  </a:moveTo>
                  <a:lnTo>
                    <a:pt x="1125626" y="0"/>
                  </a:lnTo>
                  <a:lnTo>
                    <a:pt x="1125626" y="457"/>
                  </a:lnTo>
                  <a:lnTo>
                    <a:pt x="1120394" y="457"/>
                  </a:lnTo>
                  <a:lnTo>
                    <a:pt x="1120394" y="1031697"/>
                  </a:lnTo>
                  <a:lnTo>
                    <a:pt x="10477" y="1031697"/>
                  </a:lnTo>
                  <a:lnTo>
                    <a:pt x="10477" y="1031392"/>
                  </a:lnTo>
                  <a:lnTo>
                    <a:pt x="1120394" y="1031392"/>
                  </a:lnTo>
                  <a:lnTo>
                    <a:pt x="1120394" y="1026147"/>
                  </a:lnTo>
                  <a:lnTo>
                    <a:pt x="10477" y="1026147"/>
                  </a:lnTo>
                  <a:lnTo>
                    <a:pt x="10477" y="10617"/>
                  </a:lnTo>
                  <a:lnTo>
                    <a:pt x="10477" y="10477"/>
                  </a:lnTo>
                  <a:lnTo>
                    <a:pt x="1120394" y="10477"/>
                  </a:lnTo>
                  <a:lnTo>
                    <a:pt x="1120394" y="457"/>
                  </a:lnTo>
                  <a:lnTo>
                    <a:pt x="5245" y="457"/>
                  </a:lnTo>
                  <a:lnTo>
                    <a:pt x="0" y="457"/>
                  </a:lnTo>
                  <a:lnTo>
                    <a:pt x="0" y="10617"/>
                  </a:lnTo>
                  <a:lnTo>
                    <a:pt x="0" y="1026617"/>
                  </a:lnTo>
                  <a:lnTo>
                    <a:pt x="0" y="1036777"/>
                  </a:lnTo>
                  <a:lnTo>
                    <a:pt x="5245" y="1036777"/>
                  </a:lnTo>
                  <a:lnTo>
                    <a:pt x="1125626" y="1036777"/>
                  </a:lnTo>
                  <a:lnTo>
                    <a:pt x="1125626" y="1036624"/>
                  </a:lnTo>
                  <a:lnTo>
                    <a:pt x="1130858" y="1036624"/>
                  </a:lnTo>
                  <a:lnTo>
                    <a:pt x="1130858" y="1026617"/>
                  </a:lnTo>
                  <a:lnTo>
                    <a:pt x="1130858" y="1026147"/>
                  </a:lnTo>
                  <a:lnTo>
                    <a:pt x="1130858" y="10617"/>
                  </a:lnTo>
                  <a:lnTo>
                    <a:pt x="1125626" y="10617"/>
                  </a:lnTo>
                  <a:lnTo>
                    <a:pt x="1125626" y="10477"/>
                  </a:lnTo>
                  <a:lnTo>
                    <a:pt x="1130858" y="10477"/>
                  </a:lnTo>
                  <a:lnTo>
                    <a:pt x="113085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0" name="object 90" descr="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12449883" y="5455331"/>
              <a:ext cx="1162268" cy="1120384"/>
            </a:xfrm>
            <a:prstGeom prst="rect">
              <a:avLst/>
            </a:prstGeom>
          </p:spPr>
        </p:pic>
        <p:pic>
          <p:nvPicPr>
            <p:cNvPr id="91" name="object 91" descr="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12491766" y="5455331"/>
              <a:ext cx="1078501" cy="1036617"/>
            </a:xfrm>
            <a:prstGeom prst="rect">
              <a:avLst/>
            </a:prstGeom>
          </p:spPr>
        </p:pic>
        <p:sp>
          <p:nvSpPr>
            <p:cNvPr id="92" name="object 92" descr=""/>
            <p:cNvSpPr/>
            <p:nvPr/>
          </p:nvSpPr>
          <p:spPr>
            <a:xfrm>
              <a:off x="12491759" y="5455335"/>
              <a:ext cx="1078865" cy="1036955"/>
            </a:xfrm>
            <a:custGeom>
              <a:avLst/>
              <a:gdLst/>
              <a:ahLst/>
              <a:cxnLst/>
              <a:rect l="l" t="t" r="r" b="b"/>
              <a:pathLst>
                <a:path w="1078865" h="1036954">
                  <a:moveTo>
                    <a:pt x="1078509" y="0"/>
                  </a:moveTo>
                  <a:lnTo>
                    <a:pt x="1073264" y="0"/>
                  </a:lnTo>
                  <a:lnTo>
                    <a:pt x="1073264" y="457"/>
                  </a:lnTo>
                  <a:lnTo>
                    <a:pt x="1068031" y="457"/>
                  </a:lnTo>
                  <a:lnTo>
                    <a:pt x="1068031" y="1031697"/>
                  </a:lnTo>
                  <a:lnTo>
                    <a:pt x="10477" y="1031697"/>
                  </a:lnTo>
                  <a:lnTo>
                    <a:pt x="10477" y="1031379"/>
                  </a:lnTo>
                  <a:lnTo>
                    <a:pt x="1068031" y="1031379"/>
                  </a:lnTo>
                  <a:lnTo>
                    <a:pt x="1068031" y="1026147"/>
                  </a:lnTo>
                  <a:lnTo>
                    <a:pt x="10477" y="1026147"/>
                  </a:lnTo>
                  <a:lnTo>
                    <a:pt x="10477" y="10617"/>
                  </a:lnTo>
                  <a:lnTo>
                    <a:pt x="10477" y="10477"/>
                  </a:lnTo>
                  <a:lnTo>
                    <a:pt x="1068031" y="10477"/>
                  </a:lnTo>
                  <a:lnTo>
                    <a:pt x="1068031" y="457"/>
                  </a:lnTo>
                  <a:lnTo>
                    <a:pt x="5232" y="457"/>
                  </a:lnTo>
                  <a:lnTo>
                    <a:pt x="0" y="457"/>
                  </a:lnTo>
                  <a:lnTo>
                    <a:pt x="0" y="10617"/>
                  </a:lnTo>
                  <a:lnTo>
                    <a:pt x="0" y="1026617"/>
                  </a:lnTo>
                  <a:lnTo>
                    <a:pt x="0" y="1036777"/>
                  </a:lnTo>
                  <a:lnTo>
                    <a:pt x="5232" y="1036777"/>
                  </a:lnTo>
                  <a:lnTo>
                    <a:pt x="1073264" y="1036777"/>
                  </a:lnTo>
                  <a:lnTo>
                    <a:pt x="1073264" y="1036624"/>
                  </a:lnTo>
                  <a:lnTo>
                    <a:pt x="1078509" y="1036624"/>
                  </a:lnTo>
                  <a:lnTo>
                    <a:pt x="1078509" y="1026617"/>
                  </a:lnTo>
                  <a:lnTo>
                    <a:pt x="1078509" y="1026147"/>
                  </a:lnTo>
                  <a:lnTo>
                    <a:pt x="1078509" y="10617"/>
                  </a:lnTo>
                  <a:lnTo>
                    <a:pt x="1073264" y="10617"/>
                  </a:lnTo>
                  <a:lnTo>
                    <a:pt x="1073264" y="10477"/>
                  </a:lnTo>
                  <a:lnTo>
                    <a:pt x="1078509" y="10477"/>
                  </a:lnTo>
                  <a:lnTo>
                    <a:pt x="10785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3" name="object 93" descr="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11224789" y="6293002"/>
              <a:ext cx="1214622" cy="1078501"/>
            </a:xfrm>
            <a:prstGeom prst="rect">
              <a:avLst/>
            </a:prstGeom>
          </p:spPr>
        </p:pic>
        <p:pic>
          <p:nvPicPr>
            <p:cNvPr id="94" name="object 94" descr="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11266673" y="6293002"/>
              <a:ext cx="1130855" cy="994734"/>
            </a:xfrm>
            <a:prstGeom prst="rect">
              <a:avLst/>
            </a:prstGeom>
          </p:spPr>
        </p:pic>
        <p:sp>
          <p:nvSpPr>
            <p:cNvPr id="95" name="object 95" descr=""/>
            <p:cNvSpPr/>
            <p:nvPr/>
          </p:nvSpPr>
          <p:spPr>
            <a:xfrm>
              <a:off x="11266666" y="6292849"/>
              <a:ext cx="1130935" cy="995044"/>
            </a:xfrm>
            <a:custGeom>
              <a:avLst/>
              <a:gdLst/>
              <a:ahLst/>
              <a:cxnLst/>
              <a:rect l="l" t="t" r="r" b="b"/>
              <a:pathLst>
                <a:path w="1130934" h="995045">
                  <a:moveTo>
                    <a:pt x="1130858" y="0"/>
                  </a:moveTo>
                  <a:lnTo>
                    <a:pt x="1125626" y="0"/>
                  </a:lnTo>
                  <a:lnTo>
                    <a:pt x="1120381" y="0"/>
                  </a:lnTo>
                  <a:lnTo>
                    <a:pt x="1120381" y="5080"/>
                  </a:lnTo>
                  <a:lnTo>
                    <a:pt x="1120381" y="5397"/>
                  </a:lnTo>
                  <a:lnTo>
                    <a:pt x="1120381" y="10629"/>
                  </a:lnTo>
                  <a:lnTo>
                    <a:pt x="1120381" y="984250"/>
                  </a:lnTo>
                  <a:lnTo>
                    <a:pt x="1120381" y="984427"/>
                  </a:lnTo>
                  <a:lnTo>
                    <a:pt x="10477" y="984427"/>
                  </a:lnTo>
                  <a:lnTo>
                    <a:pt x="10477" y="984250"/>
                  </a:lnTo>
                  <a:lnTo>
                    <a:pt x="10477" y="10629"/>
                  </a:lnTo>
                  <a:lnTo>
                    <a:pt x="1120381" y="10629"/>
                  </a:lnTo>
                  <a:lnTo>
                    <a:pt x="1120381" y="5397"/>
                  </a:lnTo>
                  <a:lnTo>
                    <a:pt x="10477" y="5397"/>
                  </a:lnTo>
                  <a:lnTo>
                    <a:pt x="10477" y="5080"/>
                  </a:lnTo>
                  <a:lnTo>
                    <a:pt x="1120381" y="5080"/>
                  </a:lnTo>
                  <a:lnTo>
                    <a:pt x="1120381" y="0"/>
                  </a:lnTo>
                  <a:lnTo>
                    <a:pt x="5232" y="0"/>
                  </a:lnTo>
                  <a:lnTo>
                    <a:pt x="5232" y="152"/>
                  </a:lnTo>
                  <a:lnTo>
                    <a:pt x="0" y="152"/>
                  </a:lnTo>
                  <a:lnTo>
                    <a:pt x="0" y="10160"/>
                  </a:lnTo>
                  <a:lnTo>
                    <a:pt x="0" y="10629"/>
                  </a:lnTo>
                  <a:lnTo>
                    <a:pt x="0" y="984250"/>
                  </a:lnTo>
                  <a:lnTo>
                    <a:pt x="5232" y="984250"/>
                  </a:lnTo>
                  <a:lnTo>
                    <a:pt x="5232" y="984427"/>
                  </a:lnTo>
                  <a:lnTo>
                    <a:pt x="0" y="984427"/>
                  </a:lnTo>
                  <a:lnTo>
                    <a:pt x="0" y="994892"/>
                  </a:lnTo>
                  <a:lnTo>
                    <a:pt x="5232" y="994892"/>
                  </a:lnTo>
                  <a:lnTo>
                    <a:pt x="5232" y="994410"/>
                  </a:lnTo>
                  <a:lnTo>
                    <a:pt x="1125626" y="994410"/>
                  </a:lnTo>
                  <a:lnTo>
                    <a:pt x="1130858" y="994410"/>
                  </a:lnTo>
                  <a:lnTo>
                    <a:pt x="1130858" y="984250"/>
                  </a:lnTo>
                  <a:lnTo>
                    <a:pt x="1130858" y="10160"/>
                  </a:lnTo>
                  <a:lnTo>
                    <a:pt x="113085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6" name="object 96" descr="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12376586" y="5968404"/>
              <a:ext cx="1078501" cy="1256506"/>
            </a:xfrm>
            <a:prstGeom prst="rect">
              <a:avLst/>
            </a:prstGeom>
          </p:spPr>
        </p:pic>
        <p:pic>
          <p:nvPicPr>
            <p:cNvPr id="97" name="object 97" descr="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12418470" y="5968404"/>
              <a:ext cx="994734" cy="1172739"/>
            </a:xfrm>
            <a:prstGeom prst="rect">
              <a:avLst/>
            </a:prstGeom>
          </p:spPr>
        </p:pic>
        <p:sp>
          <p:nvSpPr>
            <p:cNvPr id="98" name="object 98" descr=""/>
            <p:cNvSpPr/>
            <p:nvPr/>
          </p:nvSpPr>
          <p:spPr>
            <a:xfrm>
              <a:off x="12418098" y="5968415"/>
              <a:ext cx="995680" cy="1172845"/>
            </a:xfrm>
            <a:custGeom>
              <a:avLst/>
              <a:gdLst/>
              <a:ahLst/>
              <a:cxnLst/>
              <a:rect l="l" t="t" r="r" b="b"/>
              <a:pathLst>
                <a:path w="995680" h="1172845">
                  <a:moveTo>
                    <a:pt x="995680" y="0"/>
                  </a:moveTo>
                  <a:lnTo>
                    <a:pt x="984631" y="0"/>
                  </a:lnTo>
                  <a:lnTo>
                    <a:pt x="984631" y="10464"/>
                  </a:lnTo>
                  <a:lnTo>
                    <a:pt x="984631" y="1162265"/>
                  </a:lnTo>
                  <a:lnTo>
                    <a:pt x="984250" y="1162265"/>
                  </a:lnTo>
                  <a:lnTo>
                    <a:pt x="11430" y="1162265"/>
                  </a:lnTo>
                  <a:lnTo>
                    <a:pt x="10833" y="1162265"/>
                  </a:lnTo>
                  <a:lnTo>
                    <a:pt x="10833" y="10464"/>
                  </a:lnTo>
                  <a:lnTo>
                    <a:pt x="11430" y="10464"/>
                  </a:lnTo>
                  <a:lnTo>
                    <a:pt x="984250" y="10464"/>
                  </a:lnTo>
                  <a:lnTo>
                    <a:pt x="984631" y="10464"/>
                  </a:lnTo>
                  <a:lnTo>
                    <a:pt x="984631" y="0"/>
                  </a:lnTo>
                  <a:lnTo>
                    <a:pt x="984250" y="0"/>
                  </a:lnTo>
                  <a:lnTo>
                    <a:pt x="11430" y="0"/>
                  </a:lnTo>
                  <a:lnTo>
                    <a:pt x="5600" y="0"/>
                  </a:lnTo>
                  <a:lnTo>
                    <a:pt x="5600" y="10464"/>
                  </a:lnTo>
                  <a:lnTo>
                    <a:pt x="5600" y="1162265"/>
                  </a:lnTo>
                  <a:lnTo>
                    <a:pt x="5080" y="1162265"/>
                  </a:lnTo>
                  <a:lnTo>
                    <a:pt x="5080" y="10464"/>
                  </a:lnTo>
                  <a:lnTo>
                    <a:pt x="5600" y="10464"/>
                  </a:lnTo>
                  <a:lnTo>
                    <a:pt x="5600" y="0"/>
                  </a:lnTo>
                  <a:lnTo>
                    <a:pt x="0" y="0"/>
                  </a:lnTo>
                  <a:lnTo>
                    <a:pt x="0" y="5232"/>
                  </a:lnTo>
                  <a:lnTo>
                    <a:pt x="0" y="1167498"/>
                  </a:lnTo>
                  <a:lnTo>
                    <a:pt x="368" y="1167498"/>
                  </a:lnTo>
                  <a:lnTo>
                    <a:pt x="368" y="1172730"/>
                  </a:lnTo>
                  <a:lnTo>
                    <a:pt x="10833" y="1172730"/>
                  </a:lnTo>
                  <a:lnTo>
                    <a:pt x="10833" y="1167498"/>
                  </a:lnTo>
                  <a:lnTo>
                    <a:pt x="11430" y="1167498"/>
                  </a:lnTo>
                  <a:lnTo>
                    <a:pt x="11430" y="1172730"/>
                  </a:lnTo>
                  <a:lnTo>
                    <a:pt x="984250" y="1172730"/>
                  </a:lnTo>
                  <a:lnTo>
                    <a:pt x="984250" y="1167498"/>
                  </a:lnTo>
                  <a:lnTo>
                    <a:pt x="984631" y="1167498"/>
                  </a:lnTo>
                  <a:lnTo>
                    <a:pt x="984631" y="1172730"/>
                  </a:lnTo>
                  <a:lnTo>
                    <a:pt x="995095" y="1172730"/>
                  </a:lnTo>
                  <a:lnTo>
                    <a:pt x="995095" y="1167498"/>
                  </a:lnTo>
                  <a:lnTo>
                    <a:pt x="995680" y="1167498"/>
                  </a:lnTo>
                  <a:lnTo>
                    <a:pt x="995680" y="5232"/>
                  </a:lnTo>
                  <a:lnTo>
                    <a:pt x="9956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9" name="object 99" descr="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11517974" y="4293062"/>
              <a:ext cx="1162268" cy="1078501"/>
            </a:xfrm>
            <a:prstGeom prst="rect">
              <a:avLst/>
            </a:prstGeom>
          </p:spPr>
        </p:pic>
        <p:pic>
          <p:nvPicPr>
            <p:cNvPr id="100" name="object 100" descr="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11559857" y="4293062"/>
              <a:ext cx="1078501" cy="994734"/>
            </a:xfrm>
            <a:prstGeom prst="rect">
              <a:avLst/>
            </a:prstGeom>
          </p:spPr>
        </p:pic>
        <p:sp>
          <p:nvSpPr>
            <p:cNvPr id="101" name="object 101" descr=""/>
            <p:cNvSpPr/>
            <p:nvPr/>
          </p:nvSpPr>
          <p:spPr>
            <a:xfrm>
              <a:off x="11559845" y="4293069"/>
              <a:ext cx="1078865" cy="995044"/>
            </a:xfrm>
            <a:custGeom>
              <a:avLst/>
              <a:gdLst/>
              <a:ahLst/>
              <a:cxnLst/>
              <a:rect l="l" t="t" r="r" b="b"/>
              <a:pathLst>
                <a:path w="1078865" h="995045">
                  <a:moveTo>
                    <a:pt x="1078509" y="0"/>
                  </a:moveTo>
                  <a:lnTo>
                    <a:pt x="1073277" y="0"/>
                  </a:lnTo>
                  <a:lnTo>
                    <a:pt x="1073277" y="482"/>
                  </a:lnTo>
                  <a:lnTo>
                    <a:pt x="1068031" y="482"/>
                  </a:lnTo>
                  <a:lnTo>
                    <a:pt x="1068031" y="989812"/>
                  </a:lnTo>
                  <a:lnTo>
                    <a:pt x="10477" y="989812"/>
                  </a:lnTo>
                  <a:lnTo>
                    <a:pt x="10477" y="989495"/>
                  </a:lnTo>
                  <a:lnTo>
                    <a:pt x="1068031" y="989495"/>
                  </a:lnTo>
                  <a:lnTo>
                    <a:pt x="1068031" y="984262"/>
                  </a:lnTo>
                  <a:lnTo>
                    <a:pt x="10477" y="984262"/>
                  </a:lnTo>
                  <a:lnTo>
                    <a:pt x="10477" y="10642"/>
                  </a:lnTo>
                  <a:lnTo>
                    <a:pt x="10477" y="10464"/>
                  </a:lnTo>
                  <a:lnTo>
                    <a:pt x="1068031" y="10464"/>
                  </a:lnTo>
                  <a:lnTo>
                    <a:pt x="1068031" y="482"/>
                  </a:lnTo>
                  <a:lnTo>
                    <a:pt x="5245" y="482"/>
                  </a:lnTo>
                  <a:lnTo>
                    <a:pt x="0" y="482"/>
                  </a:lnTo>
                  <a:lnTo>
                    <a:pt x="0" y="10642"/>
                  </a:lnTo>
                  <a:lnTo>
                    <a:pt x="0" y="984732"/>
                  </a:lnTo>
                  <a:lnTo>
                    <a:pt x="0" y="994892"/>
                  </a:lnTo>
                  <a:lnTo>
                    <a:pt x="5245" y="994892"/>
                  </a:lnTo>
                  <a:lnTo>
                    <a:pt x="1073277" y="994892"/>
                  </a:lnTo>
                  <a:lnTo>
                    <a:pt x="1073277" y="994727"/>
                  </a:lnTo>
                  <a:lnTo>
                    <a:pt x="1078509" y="994727"/>
                  </a:lnTo>
                  <a:lnTo>
                    <a:pt x="1078509" y="984732"/>
                  </a:lnTo>
                  <a:lnTo>
                    <a:pt x="1078509" y="984262"/>
                  </a:lnTo>
                  <a:lnTo>
                    <a:pt x="1078509" y="10642"/>
                  </a:lnTo>
                  <a:lnTo>
                    <a:pt x="1073277" y="10642"/>
                  </a:lnTo>
                  <a:lnTo>
                    <a:pt x="1073277" y="10464"/>
                  </a:lnTo>
                  <a:lnTo>
                    <a:pt x="1078509" y="10464"/>
                  </a:lnTo>
                  <a:lnTo>
                    <a:pt x="10785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2" name="object 102" descr="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12020576" y="6481478"/>
              <a:ext cx="1256506" cy="1120384"/>
            </a:xfrm>
            <a:prstGeom prst="rect">
              <a:avLst/>
            </a:prstGeom>
          </p:spPr>
        </p:pic>
        <p:pic>
          <p:nvPicPr>
            <p:cNvPr id="103" name="object 103" descr="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12062460" y="6481478"/>
              <a:ext cx="1172739" cy="1036617"/>
            </a:xfrm>
            <a:prstGeom prst="rect">
              <a:avLst/>
            </a:prstGeom>
          </p:spPr>
        </p:pic>
        <p:sp>
          <p:nvSpPr>
            <p:cNvPr id="104" name="object 104" descr=""/>
            <p:cNvSpPr/>
            <p:nvPr/>
          </p:nvSpPr>
          <p:spPr>
            <a:xfrm>
              <a:off x="12062448" y="6481482"/>
              <a:ext cx="1172845" cy="1036955"/>
            </a:xfrm>
            <a:custGeom>
              <a:avLst/>
              <a:gdLst/>
              <a:ahLst/>
              <a:cxnLst/>
              <a:rect l="l" t="t" r="r" b="b"/>
              <a:pathLst>
                <a:path w="1172844" h="1036954">
                  <a:moveTo>
                    <a:pt x="1172743" y="0"/>
                  </a:moveTo>
                  <a:lnTo>
                    <a:pt x="1167511" y="0"/>
                  </a:lnTo>
                  <a:lnTo>
                    <a:pt x="1167511" y="457"/>
                  </a:lnTo>
                  <a:lnTo>
                    <a:pt x="1162278" y="457"/>
                  </a:lnTo>
                  <a:lnTo>
                    <a:pt x="1162278" y="1031697"/>
                  </a:lnTo>
                  <a:lnTo>
                    <a:pt x="10477" y="1031697"/>
                  </a:lnTo>
                  <a:lnTo>
                    <a:pt x="10477" y="1031379"/>
                  </a:lnTo>
                  <a:lnTo>
                    <a:pt x="1162278" y="1031379"/>
                  </a:lnTo>
                  <a:lnTo>
                    <a:pt x="1162278" y="1026147"/>
                  </a:lnTo>
                  <a:lnTo>
                    <a:pt x="10477" y="1026147"/>
                  </a:lnTo>
                  <a:lnTo>
                    <a:pt x="10477" y="10617"/>
                  </a:lnTo>
                  <a:lnTo>
                    <a:pt x="10477" y="10477"/>
                  </a:lnTo>
                  <a:lnTo>
                    <a:pt x="1162278" y="10477"/>
                  </a:lnTo>
                  <a:lnTo>
                    <a:pt x="1162278" y="457"/>
                  </a:lnTo>
                  <a:lnTo>
                    <a:pt x="5245" y="457"/>
                  </a:lnTo>
                  <a:lnTo>
                    <a:pt x="0" y="457"/>
                  </a:lnTo>
                  <a:lnTo>
                    <a:pt x="0" y="10617"/>
                  </a:lnTo>
                  <a:lnTo>
                    <a:pt x="0" y="1026617"/>
                  </a:lnTo>
                  <a:lnTo>
                    <a:pt x="0" y="1036777"/>
                  </a:lnTo>
                  <a:lnTo>
                    <a:pt x="5245" y="1036777"/>
                  </a:lnTo>
                  <a:lnTo>
                    <a:pt x="1167511" y="1036777"/>
                  </a:lnTo>
                  <a:lnTo>
                    <a:pt x="1167511" y="1036624"/>
                  </a:lnTo>
                  <a:lnTo>
                    <a:pt x="1172743" y="1036624"/>
                  </a:lnTo>
                  <a:lnTo>
                    <a:pt x="1172743" y="1026617"/>
                  </a:lnTo>
                  <a:lnTo>
                    <a:pt x="1172743" y="1026147"/>
                  </a:lnTo>
                  <a:lnTo>
                    <a:pt x="1172743" y="10617"/>
                  </a:lnTo>
                  <a:lnTo>
                    <a:pt x="1167511" y="10617"/>
                  </a:lnTo>
                  <a:lnTo>
                    <a:pt x="1167511" y="10477"/>
                  </a:lnTo>
                  <a:lnTo>
                    <a:pt x="1172743" y="10477"/>
                  </a:lnTo>
                  <a:lnTo>
                    <a:pt x="117274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5" name="object 105" descr="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12690713" y="8774602"/>
              <a:ext cx="230359" cy="230359"/>
            </a:xfrm>
            <a:prstGeom prst="rect">
              <a:avLst/>
            </a:prstGeom>
          </p:spPr>
        </p:pic>
      </p:grpSp>
      <p:grpSp>
        <p:nvGrpSpPr>
          <p:cNvPr id="106" name="object 106" descr=""/>
          <p:cNvGrpSpPr/>
          <p:nvPr/>
        </p:nvGrpSpPr>
        <p:grpSpPr>
          <a:xfrm>
            <a:off x="15371260" y="554956"/>
            <a:ext cx="4146550" cy="8931910"/>
            <a:chOff x="15371260" y="554956"/>
            <a:chExt cx="4146550" cy="8931910"/>
          </a:xfrm>
        </p:grpSpPr>
        <p:sp>
          <p:nvSpPr>
            <p:cNvPr id="107" name="object 107" descr=""/>
            <p:cNvSpPr/>
            <p:nvPr/>
          </p:nvSpPr>
          <p:spPr>
            <a:xfrm>
              <a:off x="15371260" y="554956"/>
              <a:ext cx="4146550" cy="8931910"/>
            </a:xfrm>
            <a:custGeom>
              <a:avLst/>
              <a:gdLst/>
              <a:ahLst/>
              <a:cxnLst/>
              <a:rect l="l" t="t" r="r" b="b"/>
              <a:pathLst>
                <a:path w="4146550" h="8931910">
                  <a:moveTo>
                    <a:pt x="4146470" y="0"/>
                  </a:moveTo>
                  <a:lnTo>
                    <a:pt x="0" y="0"/>
                  </a:lnTo>
                  <a:lnTo>
                    <a:pt x="0" y="8931665"/>
                  </a:lnTo>
                  <a:lnTo>
                    <a:pt x="4146470" y="8931665"/>
                  </a:lnTo>
                  <a:lnTo>
                    <a:pt x="414647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8" name="object 108" descr="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15688104" y="3511212"/>
              <a:ext cx="3470579" cy="4392352"/>
            </a:xfrm>
            <a:prstGeom prst="rect">
              <a:avLst/>
            </a:prstGeom>
          </p:spPr>
        </p:pic>
      </p:grpSp>
      <p:pic>
        <p:nvPicPr>
          <p:cNvPr id="109" name="object 109" descr="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15729987" y="3511213"/>
            <a:ext cx="3386811" cy="4308580"/>
          </a:xfrm>
          <a:prstGeom prst="rect">
            <a:avLst/>
          </a:prstGeom>
        </p:spPr>
      </p:pic>
      <p:graphicFrame>
        <p:nvGraphicFramePr>
          <p:cNvPr id="110" name="object 110" descr=""/>
          <p:cNvGraphicFramePr>
            <a:graphicFrameLocks noGrp="1"/>
          </p:cNvGraphicFramePr>
          <p:nvPr/>
        </p:nvGraphicFramePr>
        <p:xfrm>
          <a:off x="15730025" y="3510833"/>
          <a:ext cx="3463290" cy="42964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29030"/>
                <a:gridCol w="1176655"/>
                <a:gridCol w="1071244"/>
              </a:tblGrid>
              <a:tr h="12261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0585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02679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9848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1" name="object 111" descr=""/>
          <p:cNvSpPr/>
          <p:nvPr/>
        </p:nvSpPr>
        <p:spPr>
          <a:xfrm>
            <a:off x="15965355" y="795495"/>
            <a:ext cx="321310" cy="124460"/>
          </a:xfrm>
          <a:custGeom>
            <a:avLst/>
            <a:gdLst/>
            <a:ahLst/>
            <a:cxnLst/>
            <a:rect l="l" t="t" r="r" b="b"/>
            <a:pathLst>
              <a:path w="321309" h="124459">
                <a:moveTo>
                  <a:pt x="22504" y="92220"/>
                </a:moveTo>
                <a:lnTo>
                  <a:pt x="1571" y="92220"/>
                </a:lnTo>
                <a:lnTo>
                  <a:pt x="1730" y="93122"/>
                </a:lnTo>
                <a:lnTo>
                  <a:pt x="6816" y="105596"/>
                </a:lnTo>
                <a:lnTo>
                  <a:pt x="15940" y="115389"/>
                </a:lnTo>
                <a:lnTo>
                  <a:pt x="28450" y="121787"/>
                </a:lnTo>
                <a:lnTo>
                  <a:pt x="43690" y="124078"/>
                </a:lnTo>
                <a:lnTo>
                  <a:pt x="63810" y="119771"/>
                </a:lnTo>
                <a:lnTo>
                  <a:pt x="78898" y="107309"/>
                </a:lnTo>
                <a:lnTo>
                  <a:pt x="79180" y="106718"/>
                </a:lnTo>
                <a:lnTo>
                  <a:pt x="33224" y="106718"/>
                </a:lnTo>
                <a:lnTo>
                  <a:pt x="25880" y="101309"/>
                </a:lnTo>
                <a:lnTo>
                  <a:pt x="22747" y="93038"/>
                </a:lnTo>
                <a:lnTo>
                  <a:pt x="22504" y="92220"/>
                </a:lnTo>
                <a:close/>
              </a:path>
              <a:path w="321309" h="124459">
                <a:moveTo>
                  <a:pt x="91372" y="63066"/>
                </a:moveTo>
                <a:lnTo>
                  <a:pt x="71544" y="63066"/>
                </a:lnTo>
                <a:lnTo>
                  <a:pt x="71471" y="65771"/>
                </a:lnTo>
                <a:lnTo>
                  <a:pt x="69401" y="81704"/>
                </a:lnTo>
                <a:lnTo>
                  <a:pt x="64318" y="94720"/>
                </a:lnTo>
                <a:lnTo>
                  <a:pt x="55866" y="103499"/>
                </a:lnTo>
                <a:lnTo>
                  <a:pt x="43690" y="106718"/>
                </a:lnTo>
                <a:lnTo>
                  <a:pt x="79180" y="106718"/>
                </a:lnTo>
                <a:lnTo>
                  <a:pt x="88377" y="87384"/>
                </a:lnTo>
                <a:lnTo>
                  <a:pt x="91372" y="63066"/>
                </a:lnTo>
                <a:close/>
              </a:path>
              <a:path w="321309" h="124459">
                <a:moveTo>
                  <a:pt x="44186" y="0"/>
                </a:moveTo>
                <a:lnTo>
                  <a:pt x="3275" y="24912"/>
                </a:lnTo>
                <a:lnTo>
                  <a:pt x="0" y="41691"/>
                </a:lnTo>
                <a:lnTo>
                  <a:pt x="2855" y="57247"/>
                </a:lnTo>
                <a:lnTo>
                  <a:pt x="10851" y="69597"/>
                </a:lnTo>
                <a:lnTo>
                  <a:pt x="23127" y="77741"/>
                </a:lnTo>
                <a:lnTo>
                  <a:pt x="38826" y="80678"/>
                </a:lnTo>
                <a:lnTo>
                  <a:pt x="49953" y="79240"/>
                </a:lnTo>
                <a:lnTo>
                  <a:pt x="58845" y="75375"/>
                </a:lnTo>
                <a:lnTo>
                  <a:pt x="65496" y="69759"/>
                </a:lnTo>
                <a:lnTo>
                  <a:pt x="68981" y="64460"/>
                </a:lnTo>
                <a:lnTo>
                  <a:pt x="44102" y="64460"/>
                </a:lnTo>
                <a:lnTo>
                  <a:pt x="34755" y="62710"/>
                </a:lnTo>
                <a:lnTo>
                  <a:pt x="27370" y="57835"/>
                </a:lnTo>
                <a:lnTo>
                  <a:pt x="22518" y="50397"/>
                </a:lnTo>
                <a:lnTo>
                  <a:pt x="20834" y="41282"/>
                </a:lnTo>
                <a:lnTo>
                  <a:pt x="20774" y="40789"/>
                </a:lnTo>
                <a:lnTo>
                  <a:pt x="22614" y="31540"/>
                </a:lnTo>
                <a:lnTo>
                  <a:pt x="27645" y="24050"/>
                </a:lnTo>
                <a:lnTo>
                  <a:pt x="35133" y="19033"/>
                </a:lnTo>
                <a:lnTo>
                  <a:pt x="44344" y="17202"/>
                </a:lnTo>
                <a:lnTo>
                  <a:pt x="79050" y="17202"/>
                </a:lnTo>
                <a:lnTo>
                  <a:pt x="77445" y="14292"/>
                </a:lnTo>
                <a:lnTo>
                  <a:pt x="62314" y="3468"/>
                </a:lnTo>
                <a:lnTo>
                  <a:pt x="44186" y="0"/>
                </a:lnTo>
                <a:close/>
              </a:path>
              <a:path w="321309" h="124459">
                <a:moveTo>
                  <a:pt x="79050" y="17202"/>
                </a:moveTo>
                <a:lnTo>
                  <a:pt x="44344" y="17202"/>
                </a:lnTo>
                <a:lnTo>
                  <a:pt x="53580" y="19065"/>
                </a:lnTo>
                <a:lnTo>
                  <a:pt x="61038" y="24175"/>
                </a:lnTo>
                <a:lnTo>
                  <a:pt x="66024" y="31819"/>
                </a:lnTo>
                <a:lnTo>
                  <a:pt x="67747" y="40789"/>
                </a:lnTo>
                <a:lnTo>
                  <a:pt x="67792" y="41691"/>
                </a:lnTo>
                <a:lnTo>
                  <a:pt x="66021" y="50671"/>
                </a:lnTo>
                <a:lnTo>
                  <a:pt x="61008" y="57958"/>
                </a:lnTo>
                <a:lnTo>
                  <a:pt x="53477" y="62742"/>
                </a:lnTo>
                <a:lnTo>
                  <a:pt x="44102" y="64460"/>
                </a:lnTo>
                <a:lnTo>
                  <a:pt x="68981" y="64460"/>
                </a:lnTo>
                <a:lnTo>
                  <a:pt x="69899" y="63066"/>
                </a:lnTo>
                <a:lnTo>
                  <a:pt x="91372" y="63066"/>
                </a:lnTo>
                <a:lnTo>
                  <a:pt x="91665" y="60687"/>
                </a:lnTo>
                <a:lnTo>
                  <a:pt x="91665" y="60529"/>
                </a:lnTo>
                <a:lnTo>
                  <a:pt x="87816" y="33102"/>
                </a:lnTo>
                <a:lnTo>
                  <a:pt x="79050" y="17202"/>
                </a:lnTo>
                <a:close/>
              </a:path>
              <a:path w="321309" h="124459">
                <a:moveTo>
                  <a:pt x="133288" y="18680"/>
                </a:moveTo>
                <a:lnTo>
                  <a:pt x="118211" y="18680"/>
                </a:lnTo>
                <a:lnTo>
                  <a:pt x="112598" y="24331"/>
                </a:lnTo>
                <a:lnTo>
                  <a:pt x="112598" y="38819"/>
                </a:lnTo>
                <a:lnTo>
                  <a:pt x="118211" y="44553"/>
                </a:lnTo>
                <a:lnTo>
                  <a:pt x="133288" y="44553"/>
                </a:lnTo>
                <a:lnTo>
                  <a:pt x="138816" y="38819"/>
                </a:lnTo>
                <a:lnTo>
                  <a:pt x="138816" y="24331"/>
                </a:lnTo>
                <a:lnTo>
                  <a:pt x="133288" y="18680"/>
                </a:lnTo>
                <a:close/>
              </a:path>
              <a:path w="321309" h="124459">
                <a:moveTo>
                  <a:pt x="133288" y="79441"/>
                </a:moveTo>
                <a:lnTo>
                  <a:pt x="118211" y="79441"/>
                </a:lnTo>
                <a:lnTo>
                  <a:pt x="112598" y="85091"/>
                </a:lnTo>
                <a:lnTo>
                  <a:pt x="112598" y="99673"/>
                </a:lnTo>
                <a:lnTo>
                  <a:pt x="118211" y="105324"/>
                </a:lnTo>
                <a:lnTo>
                  <a:pt x="133288" y="105324"/>
                </a:lnTo>
                <a:lnTo>
                  <a:pt x="138816" y="99673"/>
                </a:lnTo>
                <a:lnTo>
                  <a:pt x="138816" y="85091"/>
                </a:lnTo>
                <a:lnTo>
                  <a:pt x="133288" y="79441"/>
                </a:lnTo>
                <a:close/>
              </a:path>
              <a:path w="321309" h="124459">
                <a:moveTo>
                  <a:pt x="237815" y="98447"/>
                </a:moveTo>
                <a:lnTo>
                  <a:pt x="217452" y="98447"/>
                </a:lnTo>
                <a:lnTo>
                  <a:pt x="217452" y="121133"/>
                </a:lnTo>
                <a:lnTo>
                  <a:pt x="237815" y="121133"/>
                </a:lnTo>
                <a:lnTo>
                  <a:pt x="237815" y="98447"/>
                </a:lnTo>
                <a:close/>
              </a:path>
              <a:path w="321309" h="124459">
                <a:moveTo>
                  <a:pt x="237815" y="2956"/>
                </a:moveTo>
                <a:lnTo>
                  <a:pt x="207724" y="2956"/>
                </a:lnTo>
                <a:lnTo>
                  <a:pt x="195503" y="21728"/>
                </a:lnTo>
                <a:lnTo>
                  <a:pt x="183213" y="41230"/>
                </a:lnTo>
                <a:lnTo>
                  <a:pt x="171063" y="61148"/>
                </a:lnTo>
                <a:lnTo>
                  <a:pt x="159363" y="81003"/>
                </a:lnTo>
                <a:lnTo>
                  <a:pt x="159264" y="98447"/>
                </a:lnTo>
                <a:lnTo>
                  <a:pt x="253799" y="98447"/>
                </a:lnTo>
                <a:lnTo>
                  <a:pt x="253799" y="81496"/>
                </a:lnTo>
                <a:lnTo>
                  <a:pt x="179047" y="81496"/>
                </a:lnTo>
                <a:lnTo>
                  <a:pt x="179047" y="80269"/>
                </a:lnTo>
                <a:lnTo>
                  <a:pt x="188056" y="64963"/>
                </a:lnTo>
                <a:lnTo>
                  <a:pt x="197546" y="49464"/>
                </a:lnTo>
                <a:lnTo>
                  <a:pt x="207161" y="34256"/>
                </a:lnTo>
                <a:lnTo>
                  <a:pt x="216544" y="19823"/>
                </a:lnTo>
                <a:lnTo>
                  <a:pt x="237815" y="19823"/>
                </a:lnTo>
                <a:lnTo>
                  <a:pt x="237815" y="2956"/>
                </a:lnTo>
                <a:close/>
              </a:path>
              <a:path w="321309" h="124459">
                <a:moveTo>
                  <a:pt x="237815" y="19823"/>
                </a:moveTo>
                <a:lnTo>
                  <a:pt x="217778" y="19823"/>
                </a:lnTo>
                <a:lnTo>
                  <a:pt x="217778" y="81496"/>
                </a:lnTo>
                <a:lnTo>
                  <a:pt x="253799" y="81496"/>
                </a:lnTo>
                <a:lnTo>
                  <a:pt x="253799" y="81003"/>
                </a:lnTo>
                <a:lnTo>
                  <a:pt x="237815" y="81003"/>
                </a:lnTo>
                <a:lnTo>
                  <a:pt x="237815" y="19823"/>
                </a:lnTo>
                <a:close/>
              </a:path>
              <a:path w="321309" h="124459">
                <a:moveTo>
                  <a:pt x="320987" y="23754"/>
                </a:moveTo>
                <a:lnTo>
                  <a:pt x="299717" y="23754"/>
                </a:lnTo>
                <a:lnTo>
                  <a:pt x="299717" y="121133"/>
                </a:lnTo>
                <a:lnTo>
                  <a:pt x="320987" y="121133"/>
                </a:lnTo>
                <a:lnTo>
                  <a:pt x="320987" y="23754"/>
                </a:lnTo>
                <a:close/>
              </a:path>
              <a:path w="321309" h="124459">
                <a:moveTo>
                  <a:pt x="320987" y="2956"/>
                </a:moveTo>
                <a:lnTo>
                  <a:pt x="299801" y="2956"/>
                </a:lnTo>
                <a:lnTo>
                  <a:pt x="268729" y="24656"/>
                </a:lnTo>
                <a:lnTo>
                  <a:pt x="268729" y="44553"/>
                </a:lnTo>
                <a:lnTo>
                  <a:pt x="298324" y="23754"/>
                </a:lnTo>
                <a:lnTo>
                  <a:pt x="320987" y="23754"/>
                </a:lnTo>
                <a:lnTo>
                  <a:pt x="320987" y="29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2" name="object 112" descr=""/>
          <p:cNvSpPr/>
          <p:nvPr/>
        </p:nvSpPr>
        <p:spPr>
          <a:xfrm>
            <a:off x="16785070" y="670280"/>
            <a:ext cx="1318895" cy="387985"/>
          </a:xfrm>
          <a:custGeom>
            <a:avLst/>
            <a:gdLst/>
            <a:ahLst/>
            <a:cxnLst/>
            <a:rect l="l" t="t" r="r" b="b"/>
            <a:pathLst>
              <a:path w="1318894" h="387984">
                <a:moveTo>
                  <a:pt x="1318844" y="193929"/>
                </a:moveTo>
                <a:lnTo>
                  <a:pt x="1313688" y="149466"/>
                </a:lnTo>
                <a:lnTo>
                  <a:pt x="1299006" y="108648"/>
                </a:lnTo>
                <a:lnTo>
                  <a:pt x="1275969" y="72631"/>
                </a:lnTo>
                <a:lnTo>
                  <a:pt x="1245743" y="42595"/>
                </a:lnTo>
                <a:lnTo>
                  <a:pt x="1209497" y="19710"/>
                </a:lnTo>
                <a:lnTo>
                  <a:pt x="1168412" y="5118"/>
                </a:lnTo>
                <a:lnTo>
                  <a:pt x="1123657" y="0"/>
                </a:lnTo>
                <a:lnTo>
                  <a:pt x="648868" y="0"/>
                </a:lnTo>
                <a:lnTo>
                  <a:pt x="195186" y="0"/>
                </a:lnTo>
                <a:lnTo>
                  <a:pt x="150431" y="5118"/>
                </a:lnTo>
                <a:lnTo>
                  <a:pt x="109347" y="19710"/>
                </a:lnTo>
                <a:lnTo>
                  <a:pt x="73101" y="42595"/>
                </a:lnTo>
                <a:lnTo>
                  <a:pt x="42875" y="72631"/>
                </a:lnTo>
                <a:lnTo>
                  <a:pt x="19837" y="108648"/>
                </a:lnTo>
                <a:lnTo>
                  <a:pt x="5143" y="149466"/>
                </a:lnTo>
                <a:lnTo>
                  <a:pt x="0" y="193929"/>
                </a:lnTo>
                <a:lnTo>
                  <a:pt x="5143" y="238404"/>
                </a:lnTo>
                <a:lnTo>
                  <a:pt x="19837" y="279222"/>
                </a:lnTo>
                <a:lnTo>
                  <a:pt x="42875" y="315226"/>
                </a:lnTo>
                <a:lnTo>
                  <a:pt x="73101" y="345262"/>
                </a:lnTo>
                <a:lnTo>
                  <a:pt x="109347" y="368160"/>
                </a:lnTo>
                <a:lnTo>
                  <a:pt x="150431" y="382752"/>
                </a:lnTo>
                <a:lnTo>
                  <a:pt x="195186" y="387870"/>
                </a:lnTo>
                <a:lnTo>
                  <a:pt x="648868" y="387870"/>
                </a:lnTo>
                <a:lnTo>
                  <a:pt x="1123657" y="387870"/>
                </a:lnTo>
                <a:lnTo>
                  <a:pt x="1168412" y="382752"/>
                </a:lnTo>
                <a:lnTo>
                  <a:pt x="1209497" y="368160"/>
                </a:lnTo>
                <a:lnTo>
                  <a:pt x="1245743" y="345262"/>
                </a:lnTo>
                <a:lnTo>
                  <a:pt x="1275969" y="315226"/>
                </a:lnTo>
                <a:lnTo>
                  <a:pt x="1299006" y="279222"/>
                </a:lnTo>
                <a:lnTo>
                  <a:pt x="1313688" y="238404"/>
                </a:lnTo>
                <a:lnTo>
                  <a:pt x="1318844" y="19392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3" name="object 113" descr=""/>
          <p:cNvSpPr/>
          <p:nvPr/>
        </p:nvSpPr>
        <p:spPr>
          <a:xfrm>
            <a:off x="18339181" y="796073"/>
            <a:ext cx="190500" cy="126364"/>
          </a:xfrm>
          <a:custGeom>
            <a:avLst/>
            <a:gdLst/>
            <a:ahLst/>
            <a:cxnLst/>
            <a:rect l="l" t="t" r="r" b="b"/>
            <a:pathLst>
              <a:path w="190500" h="126365">
                <a:moveTo>
                  <a:pt x="31661" y="88569"/>
                </a:moveTo>
                <a:lnTo>
                  <a:pt x="26936" y="83870"/>
                </a:lnTo>
                <a:lnTo>
                  <a:pt x="4737" y="83870"/>
                </a:lnTo>
                <a:lnTo>
                  <a:pt x="0" y="88569"/>
                </a:lnTo>
                <a:lnTo>
                  <a:pt x="0" y="94348"/>
                </a:lnTo>
                <a:lnTo>
                  <a:pt x="0" y="121107"/>
                </a:lnTo>
                <a:lnTo>
                  <a:pt x="4737" y="125806"/>
                </a:lnTo>
                <a:lnTo>
                  <a:pt x="26936" y="125806"/>
                </a:lnTo>
                <a:lnTo>
                  <a:pt x="31661" y="121107"/>
                </a:lnTo>
                <a:lnTo>
                  <a:pt x="31661" y="88569"/>
                </a:lnTo>
                <a:close/>
              </a:path>
              <a:path w="190500" h="126365">
                <a:moveTo>
                  <a:pt x="84416" y="62357"/>
                </a:moveTo>
                <a:lnTo>
                  <a:pt x="79692" y="57658"/>
                </a:lnTo>
                <a:lnTo>
                  <a:pt x="57480" y="57658"/>
                </a:lnTo>
                <a:lnTo>
                  <a:pt x="52755" y="62357"/>
                </a:lnTo>
                <a:lnTo>
                  <a:pt x="52755" y="68148"/>
                </a:lnTo>
                <a:lnTo>
                  <a:pt x="52755" y="121107"/>
                </a:lnTo>
                <a:lnTo>
                  <a:pt x="57480" y="125806"/>
                </a:lnTo>
                <a:lnTo>
                  <a:pt x="79692" y="125806"/>
                </a:lnTo>
                <a:lnTo>
                  <a:pt x="84416" y="121107"/>
                </a:lnTo>
                <a:lnTo>
                  <a:pt x="84416" y="62357"/>
                </a:lnTo>
                <a:close/>
              </a:path>
              <a:path w="190500" h="126365">
                <a:moveTo>
                  <a:pt x="137160" y="25666"/>
                </a:moveTo>
                <a:lnTo>
                  <a:pt x="132448" y="20967"/>
                </a:lnTo>
                <a:lnTo>
                  <a:pt x="110236" y="20967"/>
                </a:lnTo>
                <a:lnTo>
                  <a:pt x="105511" y="25666"/>
                </a:lnTo>
                <a:lnTo>
                  <a:pt x="105511" y="31445"/>
                </a:lnTo>
                <a:lnTo>
                  <a:pt x="105511" y="121107"/>
                </a:lnTo>
                <a:lnTo>
                  <a:pt x="110236" y="125793"/>
                </a:lnTo>
                <a:lnTo>
                  <a:pt x="132448" y="125793"/>
                </a:lnTo>
                <a:lnTo>
                  <a:pt x="137160" y="121107"/>
                </a:lnTo>
                <a:lnTo>
                  <a:pt x="137160" y="25666"/>
                </a:lnTo>
                <a:close/>
              </a:path>
              <a:path w="190500" h="126365">
                <a:moveTo>
                  <a:pt x="189915" y="4699"/>
                </a:moveTo>
                <a:lnTo>
                  <a:pt x="185204" y="0"/>
                </a:lnTo>
                <a:lnTo>
                  <a:pt x="162991" y="0"/>
                </a:lnTo>
                <a:lnTo>
                  <a:pt x="158267" y="4699"/>
                </a:lnTo>
                <a:lnTo>
                  <a:pt x="158267" y="10490"/>
                </a:lnTo>
                <a:lnTo>
                  <a:pt x="158267" y="121107"/>
                </a:lnTo>
                <a:lnTo>
                  <a:pt x="162991" y="125793"/>
                </a:lnTo>
                <a:lnTo>
                  <a:pt x="185204" y="125793"/>
                </a:lnTo>
                <a:lnTo>
                  <a:pt x="189915" y="121107"/>
                </a:lnTo>
                <a:lnTo>
                  <a:pt x="189915" y="46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14" name="object 114" descr=""/>
          <p:cNvPicPr/>
          <p:nvPr/>
        </p:nvPicPr>
        <p:blipFill>
          <a:blip r:embed="rId55" cstate="print"/>
          <a:stretch>
            <a:fillRect/>
          </a:stretch>
        </p:blipFill>
        <p:spPr>
          <a:xfrm>
            <a:off x="18613513" y="796073"/>
            <a:ext cx="179374" cy="124054"/>
          </a:xfrm>
          <a:prstGeom prst="rect">
            <a:avLst/>
          </a:prstGeom>
        </p:spPr>
      </p:pic>
      <p:grpSp>
        <p:nvGrpSpPr>
          <p:cNvPr id="115" name="object 115" descr=""/>
          <p:cNvGrpSpPr/>
          <p:nvPr/>
        </p:nvGrpSpPr>
        <p:grpSpPr>
          <a:xfrm>
            <a:off x="18877323" y="796073"/>
            <a:ext cx="289560" cy="136525"/>
            <a:chOff x="18877323" y="796073"/>
            <a:chExt cx="289560" cy="136525"/>
          </a:xfrm>
        </p:grpSpPr>
        <p:sp>
          <p:nvSpPr>
            <p:cNvPr id="116" name="object 116" descr=""/>
            <p:cNvSpPr/>
            <p:nvPr/>
          </p:nvSpPr>
          <p:spPr>
            <a:xfrm>
              <a:off x="18877323" y="796073"/>
              <a:ext cx="264160" cy="136525"/>
            </a:xfrm>
            <a:custGeom>
              <a:avLst/>
              <a:gdLst/>
              <a:ahLst/>
              <a:cxnLst/>
              <a:rect l="l" t="t" r="r" b="b"/>
              <a:pathLst>
                <a:path w="264159" h="136525">
                  <a:moveTo>
                    <a:pt x="42163" y="0"/>
                  </a:moveTo>
                  <a:lnTo>
                    <a:pt x="25764" y="3290"/>
                  </a:lnTo>
                  <a:lnTo>
                    <a:pt x="12361" y="12268"/>
                  </a:lnTo>
                  <a:lnTo>
                    <a:pt x="3317" y="25593"/>
                  </a:lnTo>
                  <a:lnTo>
                    <a:pt x="0" y="41926"/>
                  </a:lnTo>
                  <a:lnTo>
                    <a:pt x="0" y="94342"/>
                  </a:lnTo>
                  <a:lnTo>
                    <a:pt x="3317" y="110675"/>
                  </a:lnTo>
                  <a:lnTo>
                    <a:pt x="12361" y="124000"/>
                  </a:lnTo>
                  <a:lnTo>
                    <a:pt x="25764" y="132978"/>
                  </a:lnTo>
                  <a:lnTo>
                    <a:pt x="42163" y="136268"/>
                  </a:lnTo>
                  <a:lnTo>
                    <a:pt x="42163" y="125798"/>
                  </a:lnTo>
                  <a:lnTo>
                    <a:pt x="29813" y="123321"/>
                  </a:lnTo>
                  <a:lnTo>
                    <a:pt x="19741" y="116573"/>
                  </a:lnTo>
                  <a:lnTo>
                    <a:pt x="12956" y="106573"/>
                  </a:lnTo>
                  <a:lnTo>
                    <a:pt x="10470" y="94342"/>
                  </a:lnTo>
                  <a:lnTo>
                    <a:pt x="10470" y="41926"/>
                  </a:lnTo>
                  <a:lnTo>
                    <a:pt x="12956" y="29695"/>
                  </a:lnTo>
                  <a:lnTo>
                    <a:pt x="19741" y="19695"/>
                  </a:lnTo>
                  <a:lnTo>
                    <a:pt x="29813" y="12947"/>
                  </a:lnTo>
                  <a:lnTo>
                    <a:pt x="42163" y="10470"/>
                  </a:lnTo>
                  <a:lnTo>
                    <a:pt x="42163" y="0"/>
                  </a:lnTo>
                  <a:close/>
                </a:path>
                <a:path w="264159" h="136525">
                  <a:moveTo>
                    <a:pt x="221527" y="125798"/>
                  </a:moveTo>
                  <a:lnTo>
                    <a:pt x="42163" y="125798"/>
                  </a:lnTo>
                  <a:lnTo>
                    <a:pt x="42163" y="136268"/>
                  </a:lnTo>
                  <a:lnTo>
                    <a:pt x="221527" y="136268"/>
                  </a:lnTo>
                  <a:lnTo>
                    <a:pt x="221527" y="125798"/>
                  </a:lnTo>
                  <a:close/>
                </a:path>
                <a:path w="264159" h="136525">
                  <a:moveTo>
                    <a:pt x="221527" y="0"/>
                  </a:moveTo>
                  <a:lnTo>
                    <a:pt x="221527" y="10470"/>
                  </a:lnTo>
                  <a:lnTo>
                    <a:pt x="233876" y="12947"/>
                  </a:lnTo>
                  <a:lnTo>
                    <a:pt x="243949" y="19695"/>
                  </a:lnTo>
                  <a:lnTo>
                    <a:pt x="250733" y="29695"/>
                  </a:lnTo>
                  <a:lnTo>
                    <a:pt x="253219" y="41926"/>
                  </a:lnTo>
                  <a:lnTo>
                    <a:pt x="253219" y="94342"/>
                  </a:lnTo>
                  <a:lnTo>
                    <a:pt x="250733" y="106573"/>
                  </a:lnTo>
                  <a:lnTo>
                    <a:pt x="243949" y="116573"/>
                  </a:lnTo>
                  <a:lnTo>
                    <a:pt x="233876" y="123321"/>
                  </a:lnTo>
                  <a:lnTo>
                    <a:pt x="221527" y="125798"/>
                  </a:lnTo>
                  <a:lnTo>
                    <a:pt x="221527" y="136268"/>
                  </a:lnTo>
                  <a:lnTo>
                    <a:pt x="237925" y="132978"/>
                  </a:lnTo>
                  <a:lnTo>
                    <a:pt x="251329" y="124000"/>
                  </a:lnTo>
                  <a:lnTo>
                    <a:pt x="260372" y="110675"/>
                  </a:lnTo>
                  <a:lnTo>
                    <a:pt x="263690" y="94342"/>
                  </a:lnTo>
                  <a:lnTo>
                    <a:pt x="263690" y="41926"/>
                  </a:lnTo>
                  <a:lnTo>
                    <a:pt x="260372" y="25593"/>
                  </a:lnTo>
                  <a:lnTo>
                    <a:pt x="251329" y="12268"/>
                  </a:lnTo>
                  <a:lnTo>
                    <a:pt x="237925" y="3290"/>
                  </a:lnTo>
                  <a:lnTo>
                    <a:pt x="221527" y="0"/>
                  </a:lnTo>
                  <a:close/>
                </a:path>
                <a:path w="264159" h="136525">
                  <a:moveTo>
                    <a:pt x="221527" y="0"/>
                  </a:moveTo>
                  <a:lnTo>
                    <a:pt x="42163" y="0"/>
                  </a:lnTo>
                  <a:lnTo>
                    <a:pt x="42163" y="10470"/>
                  </a:lnTo>
                  <a:lnTo>
                    <a:pt x="221527" y="10470"/>
                  </a:lnTo>
                  <a:lnTo>
                    <a:pt x="221527" y="0"/>
                  </a:lnTo>
                  <a:close/>
                </a:path>
              </a:pathLst>
            </a:custGeom>
            <a:solidFill>
              <a:srgbClr val="000000">
                <a:alpha val="34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 descr=""/>
            <p:cNvSpPr/>
            <p:nvPr/>
          </p:nvSpPr>
          <p:spPr>
            <a:xfrm>
              <a:off x="19151604" y="848484"/>
              <a:ext cx="15240" cy="44450"/>
            </a:xfrm>
            <a:custGeom>
              <a:avLst/>
              <a:gdLst/>
              <a:ahLst/>
              <a:cxnLst/>
              <a:rect l="l" t="t" r="r" b="b"/>
              <a:pathLst>
                <a:path w="15240" h="44450">
                  <a:moveTo>
                    <a:pt x="0" y="0"/>
                  </a:moveTo>
                  <a:lnTo>
                    <a:pt x="0" y="44238"/>
                  </a:lnTo>
                  <a:lnTo>
                    <a:pt x="6090" y="40561"/>
                  </a:lnTo>
                  <a:lnTo>
                    <a:pt x="10755" y="35396"/>
                  </a:lnTo>
                  <a:lnTo>
                    <a:pt x="13740" y="29122"/>
                  </a:lnTo>
                  <a:lnTo>
                    <a:pt x="14792" y="22119"/>
                  </a:lnTo>
                  <a:lnTo>
                    <a:pt x="13740" y="15116"/>
                  </a:lnTo>
                  <a:lnTo>
                    <a:pt x="10755" y="8842"/>
                  </a:lnTo>
                  <a:lnTo>
                    <a:pt x="6090" y="36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3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8" name="object 11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898384" y="817035"/>
              <a:ext cx="221567" cy="94348"/>
            </a:xfrm>
            <a:prstGeom prst="rect">
              <a:avLst/>
            </a:prstGeom>
          </p:spPr>
        </p:pic>
      </p:grpSp>
      <p:sp>
        <p:nvSpPr>
          <p:cNvPr id="119" name="object 119" descr=""/>
          <p:cNvSpPr/>
          <p:nvPr/>
        </p:nvSpPr>
        <p:spPr>
          <a:xfrm>
            <a:off x="16742866" y="9350342"/>
            <a:ext cx="1414145" cy="52705"/>
          </a:xfrm>
          <a:custGeom>
            <a:avLst/>
            <a:gdLst/>
            <a:ahLst/>
            <a:cxnLst/>
            <a:rect l="l" t="t" r="r" b="b"/>
            <a:pathLst>
              <a:path w="1414144" h="52704">
                <a:moveTo>
                  <a:pt x="1387432" y="0"/>
                </a:moveTo>
                <a:lnTo>
                  <a:pt x="26377" y="0"/>
                </a:lnTo>
                <a:lnTo>
                  <a:pt x="16109" y="2059"/>
                </a:lnTo>
                <a:lnTo>
                  <a:pt x="7725" y="7676"/>
                </a:lnTo>
                <a:lnTo>
                  <a:pt x="2072" y="16006"/>
                </a:lnTo>
                <a:lnTo>
                  <a:pt x="0" y="26207"/>
                </a:lnTo>
                <a:lnTo>
                  <a:pt x="2072" y="36409"/>
                </a:lnTo>
                <a:lnTo>
                  <a:pt x="7725" y="44739"/>
                </a:lnTo>
                <a:lnTo>
                  <a:pt x="16109" y="50356"/>
                </a:lnTo>
                <a:lnTo>
                  <a:pt x="26377" y="52415"/>
                </a:lnTo>
                <a:lnTo>
                  <a:pt x="1387432" y="52415"/>
                </a:lnTo>
                <a:lnTo>
                  <a:pt x="1397699" y="50356"/>
                </a:lnTo>
                <a:lnTo>
                  <a:pt x="1406083" y="44739"/>
                </a:lnTo>
                <a:lnTo>
                  <a:pt x="1411736" y="36409"/>
                </a:lnTo>
                <a:lnTo>
                  <a:pt x="1413809" y="26207"/>
                </a:lnTo>
                <a:lnTo>
                  <a:pt x="1411736" y="16006"/>
                </a:lnTo>
                <a:lnTo>
                  <a:pt x="1406083" y="7676"/>
                </a:lnTo>
                <a:lnTo>
                  <a:pt x="1397699" y="2059"/>
                </a:lnTo>
                <a:lnTo>
                  <a:pt x="13874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20" name="object 120" descr=""/>
          <p:cNvPicPr/>
          <p:nvPr/>
        </p:nvPicPr>
        <p:blipFill>
          <a:blip r:embed="rId56" cstate="print"/>
          <a:stretch>
            <a:fillRect/>
          </a:stretch>
        </p:blipFill>
        <p:spPr>
          <a:xfrm>
            <a:off x="15589808" y="1597300"/>
            <a:ext cx="2539950" cy="266586"/>
          </a:xfrm>
          <a:prstGeom prst="rect">
            <a:avLst/>
          </a:prstGeom>
        </p:spPr>
      </p:pic>
      <p:sp>
        <p:nvSpPr>
          <p:cNvPr id="121" name="object 121" descr=""/>
          <p:cNvSpPr/>
          <p:nvPr/>
        </p:nvSpPr>
        <p:spPr>
          <a:xfrm>
            <a:off x="18610522" y="1592791"/>
            <a:ext cx="274320" cy="272415"/>
          </a:xfrm>
          <a:custGeom>
            <a:avLst/>
            <a:gdLst/>
            <a:ahLst/>
            <a:cxnLst/>
            <a:rect l="l" t="t" r="r" b="b"/>
            <a:pathLst>
              <a:path w="274319" h="272414">
                <a:moveTo>
                  <a:pt x="136997" y="0"/>
                </a:moveTo>
                <a:lnTo>
                  <a:pt x="97181" y="5857"/>
                </a:lnTo>
                <a:lnTo>
                  <a:pt x="60799" y="22957"/>
                </a:lnTo>
                <a:lnTo>
                  <a:pt x="30974" y="49834"/>
                </a:lnTo>
                <a:lnTo>
                  <a:pt x="10282" y="84180"/>
                </a:lnTo>
                <a:lnTo>
                  <a:pt x="498" y="122915"/>
                </a:lnTo>
                <a:lnTo>
                  <a:pt x="0" y="142912"/>
                </a:lnTo>
                <a:lnTo>
                  <a:pt x="2474" y="162908"/>
                </a:lnTo>
                <a:lnTo>
                  <a:pt x="16033" y="200516"/>
                </a:lnTo>
                <a:lnTo>
                  <a:pt x="40014" y="232621"/>
                </a:lnTo>
                <a:lnTo>
                  <a:pt x="72341" y="256470"/>
                </a:lnTo>
                <a:lnTo>
                  <a:pt x="110240" y="269941"/>
                </a:lnTo>
                <a:lnTo>
                  <a:pt x="130323" y="272385"/>
                </a:lnTo>
                <a:lnTo>
                  <a:pt x="150441" y="271881"/>
                </a:lnTo>
                <a:lnTo>
                  <a:pt x="170271" y="268467"/>
                </a:lnTo>
                <a:lnTo>
                  <a:pt x="189487" y="262184"/>
                </a:lnTo>
                <a:lnTo>
                  <a:pt x="207557" y="253158"/>
                </a:lnTo>
                <a:lnTo>
                  <a:pt x="209789" y="251596"/>
                </a:lnTo>
                <a:lnTo>
                  <a:pt x="136997" y="251596"/>
                </a:lnTo>
                <a:lnTo>
                  <a:pt x="119921" y="250334"/>
                </a:lnTo>
                <a:lnTo>
                  <a:pt x="72493" y="232181"/>
                </a:lnTo>
                <a:lnTo>
                  <a:pt x="37472" y="195612"/>
                </a:lnTo>
                <a:lnTo>
                  <a:pt x="21497" y="147589"/>
                </a:lnTo>
                <a:lnTo>
                  <a:pt x="21074" y="130661"/>
                </a:lnTo>
                <a:lnTo>
                  <a:pt x="23164" y="113742"/>
                </a:lnTo>
                <a:lnTo>
                  <a:pt x="43749" y="67614"/>
                </a:lnTo>
                <a:lnTo>
                  <a:pt x="82286" y="34581"/>
                </a:lnTo>
                <a:lnTo>
                  <a:pt x="131350" y="21103"/>
                </a:lnTo>
                <a:lnTo>
                  <a:pt x="209657" y="21103"/>
                </a:lnTo>
                <a:lnTo>
                  <a:pt x="189463" y="10378"/>
                </a:lnTo>
                <a:lnTo>
                  <a:pt x="163871" y="2643"/>
                </a:lnTo>
                <a:lnTo>
                  <a:pt x="136997" y="0"/>
                </a:lnTo>
                <a:close/>
              </a:path>
              <a:path w="274319" h="272414">
                <a:moveTo>
                  <a:pt x="209657" y="21103"/>
                </a:moveTo>
                <a:lnTo>
                  <a:pt x="131350" y="21103"/>
                </a:lnTo>
                <a:lnTo>
                  <a:pt x="148376" y="21516"/>
                </a:lnTo>
                <a:lnTo>
                  <a:pt x="165157" y="24405"/>
                </a:lnTo>
                <a:lnTo>
                  <a:pt x="210625" y="47147"/>
                </a:lnTo>
                <a:lnTo>
                  <a:pt x="241932" y="87028"/>
                </a:lnTo>
                <a:lnTo>
                  <a:pt x="253056" y="136281"/>
                </a:lnTo>
                <a:lnTo>
                  <a:pt x="250785" y="158885"/>
                </a:lnTo>
                <a:lnTo>
                  <a:pt x="233520" y="200202"/>
                </a:lnTo>
                <a:lnTo>
                  <a:pt x="201316" y="232202"/>
                </a:lnTo>
                <a:lnTo>
                  <a:pt x="159733" y="249357"/>
                </a:lnTo>
                <a:lnTo>
                  <a:pt x="136997" y="251596"/>
                </a:lnTo>
                <a:lnTo>
                  <a:pt x="209789" y="251596"/>
                </a:lnTo>
                <a:lnTo>
                  <a:pt x="251041" y="211969"/>
                </a:lnTo>
                <a:lnTo>
                  <a:pt x="268253" y="175815"/>
                </a:lnTo>
                <a:lnTo>
                  <a:pt x="274158" y="136281"/>
                </a:lnTo>
                <a:lnTo>
                  <a:pt x="271473" y="109567"/>
                </a:lnTo>
                <a:lnTo>
                  <a:pt x="263678" y="84140"/>
                </a:lnTo>
                <a:lnTo>
                  <a:pt x="251068" y="60699"/>
                </a:lnTo>
                <a:lnTo>
                  <a:pt x="233938" y="39941"/>
                </a:lnTo>
                <a:lnTo>
                  <a:pt x="213058" y="22909"/>
                </a:lnTo>
                <a:lnTo>
                  <a:pt x="209657" y="21103"/>
                </a:lnTo>
                <a:close/>
              </a:path>
              <a:path w="274319" h="272414">
                <a:moveTo>
                  <a:pt x="132038" y="115314"/>
                </a:moveTo>
                <a:lnTo>
                  <a:pt x="123650" y="115314"/>
                </a:lnTo>
                <a:lnTo>
                  <a:pt x="120960" y="116468"/>
                </a:lnTo>
                <a:lnTo>
                  <a:pt x="118987" y="118355"/>
                </a:lnTo>
                <a:lnTo>
                  <a:pt x="117003" y="120347"/>
                </a:lnTo>
                <a:lnTo>
                  <a:pt x="115917" y="122915"/>
                </a:lnTo>
                <a:lnTo>
                  <a:pt x="115895" y="128628"/>
                </a:lnTo>
                <a:lnTo>
                  <a:pt x="117003" y="131248"/>
                </a:lnTo>
                <a:lnTo>
                  <a:pt x="118987" y="133240"/>
                </a:lnTo>
                <a:lnTo>
                  <a:pt x="120960" y="135127"/>
                </a:lnTo>
                <a:lnTo>
                  <a:pt x="123650" y="136281"/>
                </a:lnTo>
                <a:lnTo>
                  <a:pt x="126446" y="136281"/>
                </a:lnTo>
                <a:lnTo>
                  <a:pt x="126535" y="194467"/>
                </a:lnTo>
                <a:lnTo>
                  <a:pt x="128672" y="199600"/>
                </a:lnTo>
                <a:lnTo>
                  <a:pt x="132629" y="203478"/>
                </a:lnTo>
                <a:lnTo>
                  <a:pt x="136585" y="207462"/>
                </a:lnTo>
                <a:lnTo>
                  <a:pt x="141956" y="209663"/>
                </a:lnTo>
                <a:lnTo>
                  <a:pt x="150344" y="209663"/>
                </a:lnTo>
                <a:lnTo>
                  <a:pt x="153034" y="208509"/>
                </a:lnTo>
                <a:lnTo>
                  <a:pt x="155007" y="206622"/>
                </a:lnTo>
                <a:lnTo>
                  <a:pt x="156990" y="204631"/>
                </a:lnTo>
                <a:lnTo>
                  <a:pt x="158099" y="202010"/>
                </a:lnTo>
                <a:lnTo>
                  <a:pt x="158099" y="196349"/>
                </a:lnTo>
                <a:lnTo>
                  <a:pt x="156990" y="193729"/>
                </a:lnTo>
                <a:lnTo>
                  <a:pt x="155007" y="191737"/>
                </a:lnTo>
                <a:lnTo>
                  <a:pt x="153034" y="189850"/>
                </a:lnTo>
                <a:lnTo>
                  <a:pt x="150344" y="188697"/>
                </a:lnTo>
                <a:lnTo>
                  <a:pt x="147548" y="188697"/>
                </a:lnTo>
                <a:lnTo>
                  <a:pt x="147521" y="130661"/>
                </a:lnTo>
                <a:lnTo>
                  <a:pt x="145322" y="125378"/>
                </a:lnTo>
                <a:lnTo>
                  <a:pt x="141365" y="121499"/>
                </a:lnTo>
                <a:lnTo>
                  <a:pt x="137408" y="117516"/>
                </a:lnTo>
                <a:lnTo>
                  <a:pt x="132038" y="115314"/>
                </a:lnTo>
                <a:close/>
              </a:path>
              <a:path w="274319" h="272414">
                <a:moveTo>
                  <a:pt x="131743" y="62584"/>
                </a:moveTo>
                <a:lnTo>
                  <a:pt x="118565" y="69923"/>
                </a:lnTo>
                <a:lnTo>
                  <a:pt x="116824" y="72439"/>
                </a:lnTo>
                <a:lnTo>
                  <a:pt x="115895" y="75478"/>
                </a:lnTo>
                <a:lnTo>
                  <a:pt x="115895" y="82817"/>
                </a:lnTo>
                <a:lnTo>
                  <a:pt x="117563" y="86801"/>
                </a:lnTo>
                <a:lnTo>
                  <a:pt x="123503" y="92671"/>
                </a:lnTo>
                <a:lnTo>
                  <a:pt x="127522" y="94348"/>
                </a:lnTo>
                <a:lnTo>
                  <a:pt x="134855" y="94348"/>
                </a:lnTo>
                <a:lnTo>
                  <a:pt x="147854" y="78623"/>
                </a:lnTo>
                <a:lnTo>
                  <a:pt x="146630" y="72543"/>
                </a:lnTo>
                <a:lnTo>
                  <a:pt x="145121" y="69712"/>
                </a:lnTo>
                <a:lnTo>
                  <a:pt x="140700" y="65309"/>
                </a:lnTo>
                <a:lnTo>
                  <a:pt x="137884" y="63842"/>
                </a:lnTo>
                <a:lnTo>
                  <a:pt x="131743" y="62584"/>
                </a:lnTo>
                <a:close/>
              </a:path>
            </a:pathLst>
          </a:custGeom>
          <a:solidFill>
            <a:srgbClr val="34333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2" name="object 122" descr=""/>
          <p:cNvSpPr/>
          <p:nvPr/>
        </p:nvSpPr>
        <p:spPr>
          <a:xfrm>
            <a:off x="18990163" y="1592687"/>
            <a:ext cx="295910" cy="273050"/>
          </a:xfrm>
          <a:custGeom>
            <a:avLst/>
            <a:gdLst/>
            <a:ahLst/>
            <a:cxnLst/>
            <a:rect l="l" t="t" r="r" b="b"/>
            <a:pathLst>
              <a:path w="295909" h="273050">
                <a:moveTo>
                  <a:pt x="102358" y="0"/>
                </a:moveTo>
                <a:lnTo>
                  <a:pt x="62185" y="19336"/>
                </a:lnTo>
                <a:lnTo>
                  <a:pt x="47177" y="79881"/>
                </a:lnTo>
                <a:lnTo>
                  <a:pt x="6514" y="102839"/>
                </a:lnTo>
                <a:lnTo>
                  <a:pt x="5375" y="103888"/>
                </a:lnTo>
                <a:lnTo>
                  <a:pt x="4488" y="105146"/>
                </a:lnTo>
                <a:lnTo>
                  <a:pt x="3602" y="106299"/>
                </a:lnTo>
                <a:lnTo>
                  <a:pt x="3001" y="107767"/>
                </a:lnTo>
                <a:lnTo>
                  <a:pt x="2706" y="109235"/>
                </a:lnTo>
                <a:lnTo>
                  <a:pt x="692" y="122672"/>
                </a:lnTo>
                <a:lnTo>
                  <a:pt x="0" y="136438"/>
                </a:lnTo>
                <a:lnTo>
                  <a:pt x="676" y="150099"/>
                </a:lnTo>
                <a:lnTo>
                  <a:pt x="4488" y="167730"/>
                </a:lnTo>
                <a:lnTo>
                  <a:pt x="5375" y="168988"/>
                </a:lnTo>
                <a:lnTo>
                  <a:pt x="6514" y="170037"/>
                </a:lnTo>
                <a:lnTo>
                  <a:pt x="47177" y="192995"/>
                </a:lnTo>
                <a:lnTo>
                  <a:pt x="47336" y="238596"/>
                </a:lnTo>
                <a:lnTo>
                  <a:pt x="86455" y="267120"/>
                </a:lnTo>
                <a:lnTo>
                  <a:pt x="102368" y="272772"/>
                </a:lnTo>
                <a:lnTo>
                  <a:pt x="105303" y="272562"/>
                </a:lnTo>
                <a:lnTo>
                  <a:pt x="106726" y="272038"/>
                </a:lnTo>
                <a:lnTo>
                  <a:pt x="108013" y="271409"/>
                </a:lnTo>
                <a:lnTo>
                  <a:pt x="145289" y="250652"/>
                </a:lnTo>
                <a:lnTo>
                  <a:pt x="101999" y="250652"/>
                </a:lnTo>
                <a:lnTo>
                  <a:pt x="92970" y="246939"/>
                </a:lnTo>
                <a:lnTo>
                  <a:pt x="84507" y="242672"/>
                </a:lnTo>
                <a:lnTo>
                  <a:pt x="76279" y="237694"/>
                </a:lnTo>
                <a:lnTo>
                  <a:pt x="68447" y="232097"/>
                </a:lnTo>
                <a:lnTo>
                  <a:pt x="68326" y="197408"/>
                </a:lnTo>
                <a:lnTo>
                  <a:pt x="68238" y="187648"/>
                </a:lnTo>
                <a:lnTo>
                  <a:pt x="67740" y="185970"/>
                </a:lnTo>
                <a:lnTo>
                  <a:pt x="66696" y="184293"/>
                </a:lnTo>
                <a:lnTo>
                  <a:pt x="65750" y="182827"/>
                </a:lnTo>
                <a:lnTo>
                  <a:pt x="64955" y="181464"/>
                </a:lnTo>
                <a:lnTo>
                  <a:pt x="63380" y="178629"/>
                </a:lnTo>
                <a:lnTo>
                  <a:pt x="62022" y="177271"/>
                </a:lnTo>
                <a:lnTo>
                  <a:pt x="22646" y="154941"/>
                </a:lnTo>
                <a:lnTo>
                  <a:pt x="21548" y="145709"/>
                </a:lnTo>
                <a:lnTo>
                  <a:pt x="21187" y="136333"/>
                </a:lnTo>
                <a:lnTo>
                  <a:pt x="21561" y="127064"/>
                </a:lnTo>
                <a:lnTo>
                  <a:pt x="22646" y="117935"/>
                </a:lnTo>
                <a:lnTo>
                  <a:pt x="61906" y="95606"/>
                </a:lnTo>
                <a:lnTo>
                  <a:pt x="63278" y="94348"/>
                </a:lnTo>
                <a:lnTo>
                  <a:pt x="65099" y="91099"/>
                </a:lnTo>
                <a:lnTo>
                  <a:pt x="65915" y="89736"/>
                </a:lnTo>
                <a:lnTo>
                  <a:pt x="66601" y="88687"/>
                </a:lnTo>
                <a:lnTo>
                  <a:pt x="67646" y="87009"/>
                </a:lnTo>
                <a:lnTo>
                  <a:pt x="68205" y="85123"/>
                </a:lnTo>
                <a:lnTo>
                  <a:pt x="68406" y="40884"/>
                </a:lnTo>
                <a:lnTo>
                  <a:pt x="76213" y="35225"/>
                </a:lnTo>
                <a:lnTo>
                  <a:pt x="84418" y="30204"/>
                </a:lnTo>
                <a:lnTo>
                  <a:pt x="92980" y="25832"/>
                </a:lnTo>
                <a:lnTo>
                  <a:pt x="101862" y="22119"/>
                </a:lnTo>
                <a:lnTo>
                  <a:pt x="145278" y="22119"/>
                </a:lnTo>
                <a:lnTo>
                  <a:pt x="108013" y="1467"/>
                </a:lnTo>
                <a:lnTo>
                  <a:pt x="106726" y="733"/>
                </a:lnTo>
                <a:lnTo>
                  <a:pt x="105302" y="209"/>
                </a:lnTo>
                <a:lnTo>
                  <a:pt x="102358" y="0"/>
                </a:lnTo>
                <a:close/>
              </a:path>
              <a:path w="295909" h="273050">
                <a:moveTo>
                  <a:pt x="191196" y="249290"/>
                </a:moveTo>
                <a:lnTo>
                  <a:pt x="147737" y="249290"/>
                </a:lnTo>
                <a:lnTo>
                  <a:pt x="187461" y="271409"/>
                </a:lnTo>
                <a:lnTo>
                  <a:pt x="189033" y="272248"/>
                </a:lnTo>
                <a:lnTo>
                  <a:pt x="190806" y="272667"/>
                </a:lnTo>
                <a:lnTo>
                  <a:pt x="193760" y="272667"/>
                </a:lnTo>
                <a:lnTo>
                  <a:pt x="233289" y="253435"/>
                </a:lnTo>
                <a:lnTo>
                  <a:pt x="236941" y="250652"/>
                </a:lnTo>
                <a:lnTo>
                  <a:pt x="193654" y="250652"/>
                </a:lnTo>
                <a:lnTo>
                  <a:pt x="191196" y="249290"/>
                </a:lnTo>
                <a:close/>
              </a:path>
              <a:path w="295909" h="273050">
                <a:moveTo>
                  <a:pt x="143559" y="228218"/>
                </a:moveTo>
                <a:lnTo>
                  <a:pt x="141692" y="228638"/>
                </a:lnTo>
                <a:lnTo>
                  <a:pt x="140035" y="229581"/>
                </a:lnTo>
                <a:lnTo>
                  <a:pt x="101999" y="250652"/>
                </a:lnTo>
                <a:lnTo>
                  <a:pt x="145289" y="250652"/>
                </a:lnTo>
                <a:lnTo>
                  <a:pt x="147737" y="249290"/>
                </a:lnTo>
                <a:lnTo>
                  <a:pt x="191196" y="249290"/>
                </a:lnTo>
                <a:lnTo>
                  <a:pt x="155650" y="229581"/>
                </a:lnTo>
                <a:lnTo>
                  <a:pt x="154068" y="228743"/>
                </a:lnTo>
                <a:lnTo>
                  <a:pt x="152295" y="228323"/>
                </a:lnTo>
                <a:lnTo>
                  <a:pt x="145437" y="228323"/>
                </a:lnTo>
                <a:lnTo>
                  <a:pt x="143559" y="228218"/>
                </a:lnTo>
                <a:close/>
              </a:path>
              <a:path w="295909" h="273050">
                <a:moveTo>
                  <a:pt x="236969" y="22119"/>
                </a:moveTo>
                <a:lnTo>
                  <a:pt x="193475" y="22119"/>
                </a:lnTo>
                <a:lnTo>
                  <a:pt x="202501" y="25832"/>
                </a:lnTo>
                <a:lnTo>
                  <a:pt x="210967" y="30112"/>
                </a:lnTo>
                <a:lnTo>
                  <a:pt x="219195" y="35121"/>
                </a:lnTo>
                <a:lnTo>
                  <a:pt x="227027" y="40779"/>
                </a:lnTo>
                <a:lnTo>
                  <a:pt x="227141" y="73487"/>
                </a:lnTo>
                <a:lnTo>
                  <a:pt x="227236" y="85123"/>
                </a:lnTo>
                <a:lnTo>
                  <a:pt x="227734" y="86801"/>
                </a:lnTo>
                <a:lnTo>
                  <a:pt x="228778" y="88478"/>
                </a:lnTo>
                <a:lnTo>
                  <a:pt x="229724" y="89945"/>
                </a:lnTo>
                <a:lnTo>
                  <a:pt x="230519" y="91307"/>
                </a:lnTo>
                <a:lnTo>
                  <a:pt x="232091" y="94139"/>
                </a:lnTo>
                <a:lnTo>
                  <a:pt x="233452" y="95501"/>
                </a:lnTo>
                <a:lnTo>
                  <a:pt x="272828" y="117830"/>
                </a:lnTo>
                <a:lnTo>
                  <a:pt x="273952" y="127167"/>
                </a:lnTo>
                <a:lnTo>
                  <a:pt x="274331" y="136333"/>
                </a:lnTo>
                <a:lnTo>
                  <a:pt x="273972" y="145709"/>
                </a:lnTo>
                <a:lnTo>
                  <a:pt x="272891" y="154941"/>
                </a:lnTo>
                <a:lnTo>
                  <a:pt x="233621" y="177166"/>
                </a:lnTo>
                <a:lnTo>
                  <a:pt x="232249" y="178424"/>
                </a:lnTo>
                <a:lnTo>
                  <a:pt x="230426" y="181672"/>
                </a:lnTo>
                <a:lnTo>
                  <a:pt x="229738" y="182827"/>
                </a:lnTo>
                <a:lnTo>
                  <a:pt x="228926" y="184085"/>
                </a:lnTo>
                <a:lnTo>
                  <a:pt x="227881" y="185762"/>
                </a:lnTo>
                <a:lnTo>
                  <a:pt x="227322" y="187648"/>
                </a:lnTo>
                <a:lnTo>
                  <a:pt x="227121" y="231887"/>
                </a:lnTo>
                <a:lnTo>
                  <a:pt x="219313" y="237547"/>
                </a:lnTo>
                <a:lnTo>
                  <a:pt x="211108" y="242567"/>
                </a:lnTo>
                <a:lnTo>
                  <a:pt x="202542" y="246939"/>
                </a:lnTo>
                <a:lnTo>
                  <a:pt x="193654" y="250652"/>
                </a:lnTo>
                <a:lnTo>
                  <a:pt x="236941" y="250652"/>
                </a:lnTo>
                <a:lnTo>
                  <a:pt x="248297" y="192890"/>
                </a:lnTo>
                <a:lnTo>
                  <a:pt x="288960" y="169932"/>
                </a:lnTo>
                <a:lnTo>
                  <a:pt x="290099" y="168883"/>
                </a:lnTo>
                <a:lnTo>
                  <a:pt x="290986" y="167625"/>
                </a:lnTo>
                <a:lnTo>
                  <a:pt x="291872" y="166472"/>
                </a:lnTo>
                <a:lnTo>
                  <a:pt x="292473" y="165004"/>
                </a:lnTo>
                <a:lnTo>
                  <a:pt x="292809" y="163260"/>
                </a:lnTo>
                <a:lnTo>
                  <a:pt x="294767" y="150099"/>
                </a:lnTo>
                <a:lnTo>
                  <a:pt x="295446" y="136333"/>
                </a:lnTo>
                <a:lnTo>
                  <a:pt x="294760" y="122672"/>
                </a:lnTo>
                <a:lnTo>
                  <a:pt x="248254" y="79776"/>
                </a:lnTo>
                <a:lnTo>
                  <a:pt x="248097" y="34175"/>
                </a:lnTo>
                <a:lnTo>
                  <a:pt x="247759" y="32707"/>
                </a:lnTo>
                <a:lnTo>
                  <a:pt x="246472" y="29981"/>
                </a:lnTo>
                <a:lnTo>
                  <a:pt x="245533" y="28724"/>
                </a:lnTo>
                <a:lnTo>
                  <a:pt x="244372" y="27780"/>
                </a:lnTo>
                <a:lnTo>
                  <a:pt x="236969" y="22119"/>
                </a:lnTo>
                <a:close/>
              </a:path>
              <a:path w="295909" h="273050">
                <a:moveTo>
                  <a:pt x="147737" y="73487"/>
                </a:moveTo>
                <a:lnTo>
                  <a:pt x="105208" y="89793"/>
                </a:lnTo>
                <a:lnTo>
                  <a:pt x="84739" y="130227"/>
                </a:lnTo>
                <a:lnTo>
                  <a:pt x="84507" y="139459"/>
                </a:lnTo>
                <a:lnTo>
                  <a:pt x="85645" y="148651"/>
                </a:lnTo>
                <a:lnTo>
                  <a:pt x="110043" y="186896"/>
                </a:lnTo>
                <a:lnTo>
                  <a:pt x="144652" y="199209"/>
                </a:lnTo>
                <a:lnTo>
                  <a:pt x="153941" y="198997"/>
                </a:lnTo>
                <a:lnTo>
                  <a:pt x="194628" y="178629"/>
                </a:lnTo>
                <a:lnTo>
                  <a:pt x="194872" y="178318"/>
                </a:lnTo>
                <a:lnTo>
                  <a:pt x="139391" y="178318"/>
                </a:lnTo>
                <a:lnTo>
                  <a:pt x="131236" y="175907"/>
                </a:lnTo>
                <a:lnTo>
                  <a:pt x="117351" y="166682"/>
                </a:lnTo>
                <a:lnTo>
                  <a:pt x="111938" y="160078"/>
                </a:lnTo>
                <a:lnTo>
                  <a:pt x="105555" y="144772"/>
                </a:lnTo>
                <a:lnTo>
                  <a:pt x="104727" y="136438"/>
                </a:lnTo>
                <a:lnTo>
                  <a:pt x="123797" y="100848"/>
                </a:lnTo>
                <a:lnTo>
                  <a:pt x="139507" y="95291"/>
                </a:lnTo>
                <a:lnTo>
                  <a:pt x="147695" y="93614"/>
                </a:lnTo>
                <a:lnTo>
                  <a:pt x="193870" y="93614"/>
                </a:lnTo>
                <a:lnTo>
                  <a:pt x="192483" y="91937"/>
                </a:lnTo>
                <a:lnTo>
                  <a:pt x="182845" y="84057"/>
                </a:lnTo>
                <a:lnTo>
                  <a:pt x="171954" y="78270"/>
                </a:lnTo>
                <a:lnTo>
                  <a:pt x="160141" y="74704"/>
                </a:lnTo>
                <a:lnTo>
                  <a:pt x="147737" y="73487"/>
                </a:lnTo>
                <a:close/>
              </a:path>
              <a:path w="295909" h="273050">
                <a:moveTo>
                  <a:pt x="193870" y="93614"/>
                </a:moveTo>
                <a:lnTo>
                  <a:pt x="147695" y="93614"/>
                </a:lnTo>
                <a:lnTo>
                  <a:pt x="156178" y="94453"/>
                </a:lnTo>
                <a:lnTo>
                  <a:pt x="163890" y="97598"/>
                </a:lnTo>
                <a:lnTo>
                  <a:pt x="171603" y="100848"/>
                </a:lnTo>
                <a:lnTo>
                  <a:pt x="178187" y="106194"/>
                </a:lnTo>
                <a:lnTo>
                  <a:pt x="187461" y="120032"/>
                </a:lnTo>
                <a:lnTo>
                  <a:pt x="189940" y="128104"/>
                </a:lnTo>
                <a:lnTo>
                  <a:pt x="189935" y="136438"/>
                </a:lnTo>
                <a:lnTo>
                  <a:pt x="171133" y="171294"/>
                </a:lnTo>
                <a:lnTo>
                  <a:pt x="147737" y="178318"/>
                </a:lnTo>
                <a:lnTo>
                  <a:pt x="194872" y="178318"/>
                </a:lnTo>
                <a:lnTo>
                  <a:pt x="211037" y="136333"/>
                </a:lnTo>
                <a:lnTo>
                  <a:pt x="209802" y="124060"/>
                </a:lnTo>
                <a:lnTo>
                  <a:pt x="206184" y="112274"/>
                </a:lnTo>
                <a:lnTo>
                  <a:pt x="200388" y="101491"/>
                </a:lnTo>
                <a:lnTo>
                  <a:pt x="193870" y="93614"/>
                </a:lnTo>
                <a:close/>
              </a:path>
              <a:path w="295909" h="273050">
                <a:moveTo>
                  <a:pt x="145278" y="22119"/>
                </a:moveTo>
                <a:lnTo>
                  <a:pt x="101862" y="22119"/>
                </a:lnTo>
                <a:lnTo>
                  <a:pt x="139824" y="43190"/>
                </a:lnTo>
                <a:lnTo>
                  <a:pt x="141480" y="44133"/>
                </a:lnTo>
                <a:lnTo>
                  <a:pt x="143348" y="44553"/>
                </a:lnTo>
                <a:lnTo>
                  <a:pt x="145226" y="44448"/>
                </a:lnTo>
                <a:lnTo>
                  <a:pt x="152382" y="44448"/>
                </a:lnTo>
                <a:lnTo>
                  <a:pt x="153782" y="44133"/>
                </a:lnTo>
                <a:lnTo>
                  <a:pt x="155439" y="43190"/>
                </a:lnTo>
                <a:lnTo>
                  <a:pt x="191015" y="23482"/>
                </a:lnTo>
                <a:lnTo>
                  <a:pt x="147737" y="23482"/>
                </a:lnTo>
                <a:lnTo>
                  <a:pt x="145278" y="22119"/>
                </a:lnTo>
                <a:close/>
              </a:path>
              <a:path w="295909" h="273050">
                <a:moveTo>
                  <a:pt x="152382" y="44448"/>
                </a:moveTo>
                <a:lnTo>
                  <a:pt x="150026" y="44448"/>
                </a:lnTo>
                <a:lnTo>
                  <a:pt x="151915" y="44553"/>
                </a:lnTo>
                <a:lnTo>
                  <a:pt x="152382" y="44448"/>
                </a:lnTo>
                <a:close/>
              </a:path>
              <a:path w="295909" h="273050">
                <a:moveTo>
                  <a:pt x="193063" y="0"/>
                </a:moveTo>
                <a:lnTo>
                  <a:pt x="191590" y="210"/>
                </a:lnTo>
                <a:lnTo>
                  <a:pt x="190130" y="314"/>
                </a:lnTo>
                <a:lnTo>
                  <a:pt x="188706" y="733"/>
                </a:lnTo>
                <a:lnTo>
                  <a:pt x="187418" y="1467"/>
                </a:lnTo>
                <a:lnTo>
                  <a:pt x="147737" y="23482"/>
                </a:lnTo>
                <a:lnTo>
                  <a:pt x="191015" y="23482"/>
                </a:lnTo>
                <a:lnTo>
                  <a:pt x="193475" y="22119"/>
                </a:lnTo>
                <a:lnTo>
                  <a:pt x="236969" y="22119"/>
                </a:lnTo>
                <a:lnTo>
                  <a:pt x="233275" y="19294"/>
                </a:lnTo>
                <a:lnTo>
                  <a:pt x="221451" y="11938"/>
                </a:lnTo>
                <a:lnTo>
                  <a:pt x="208904" y="5712"/>
                </a:lnTo>
                <a:lnTo>
                  <a:pt x="194536" y="209"/>
                </a:lnTo>
                <a:lnTo>
                  <a:pt x="193063" y="0"/>
                </a:lnTo>
                <a:close/>
              </a:path>
            </a:pathLst>
          </a:custGeom>
          <a:solidFill>
            <a:srgbClr val="34333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23" name="object 123" descr=""/>
          <p:cNvPicPr/>
          <p:nvPr/>
        </p:nvPicPr>
        <p:blipFill>
          <a:blip r:embed="rId57" cstate="print"/>
          <a:stretch>
            <a:fillRect/>
          </a:stretch>
        </p:blipFill>
        <p:spPr>
          <a:xfrm>
            <a:off x="17986874" y="2670776"/>
            <a:ext cx="1105588" cy="172029"/>
          </a:xfrm>
          <a:prstGeom prst="rect">
            <a:avLst/>
          </a:prstGeom>
        </p:spPr>
      </p:pic>
      <p:pic>
        <p:nvPicPr>
          <p:cNvPr id="124" name="object 124" descr=""/>
          <p:cNvPicPr/>
          <p:nvPr/>
        </p:nvPicPr>
        <p:blipFill>
          <a:blip r:embed="rId58" cstate="print"/>
          <a:stretch>
            <a:fillRect/>
          </a:stretch>
        </p:blipFill>
        <p:spPr>
          <a:xfrm>
            <a:off x="15663262" y="2703170"/>
            <a:ext cx="684283" cy="139007"/>
          </a:xfrm>
          <a:prstGeom prst="rect">
            <a:avLst/>
          </a:prstGeom>
        </p:spPr>
      </p:pic>
      <p:grpSp>
        <p:nvGrpSpPr>
          <p:cNvPr id="125" name="object 125" descr=""/>
          <p:cNvGrpSpPr/>
          <p:nvPr/>
        </p:nvGrpSpPr>
        <p:grpSpPr>
          <a:xfrm>
            <a:off x="15613927" y="2085500"/>
            <a:ext cx="3619500" cy="335915"/>
            <a:chOff x="15613927" y="2085500"/>
            <a:chExt cx="3619500" cy="335915"/>
          </a:xfrm>
        </p:grpSpPr>
        <p:sp>
          <p:nvSpPr>
            <p:cNvPr id="126" name="object 126" descr=""/>
            <p:cNvSpPr/>
            <p:nvPr/>
          </p:nvSpPr>
          <p:spPr>
            <a:xfrm>
              <a:off x="15613927" y="2085500"/>
              <a:ext cx="3619500" cy="335915"/>
            </a:xfrm>
            <a:custGeom>
              <a:avLst/>
              <a:gdLst/>
              <a:ahLst/>
              <a:cxnLst/>
              <a:rect l="l" t="t" r="r" b="b"/>
              <a:pathLst>
                <a:path w="3619500" h="335914">
                  <a:moveTo>
                    <a:pt x="3534523" y="0"/>
                  </a:moveTo>
                  <a:lnTo>
                    <a:pt x="84406" y="0"/>
                  </a:lnTo>
                  <a:lnTo>
                    <a:pt x="51551" y="6590"/>
                  </a:lnTo>
                  <a:lnTo>
                    <a:pt x="24722" y="24563"/>
                  </a:lnTo>
                  <a:lnTo>
                    <a:pt x="6633" y="51221"/>
                  </a:lnTo>
                  <a:lnTo>
                    <a:pt x="0" y="83865"/>
                  </a:lnTo>
                  <a:lnTo>
                    <a:pt x="0" y="251596"/>
                  </a:lnTo>
                  <a:lnTo>
                    <a:pt x="6633" y="284240"/>
                  </a:lnTo>
                  <a:lnTo>
                    <a:pt x="24722" y="310898"/>
                  </a:lnTo>
                  <a:lnTo>
                    <a:pt x="51551" y="328871"/>
                  </a:lnTo>
                  <a:lnTo>
                    <a:pt x="84406" y="335461"/>
                  </a:lnTo>
                  <a:lnTo>
                    <a:pt x="3534523" y="335461"/>
                  </a:lnTo>
                  <a:lnTo>
                    <a:pt x="3567378" y="328871"/>
                  </a:lnTo>
                  <a:lnTo>
                    <a:pt x="3594207" y="310898"/>
                  </a:lnTo>
                  <a:lnTo>
                    <a:pt x="3612296" y="284240"/>
                  </a:lnTo>
                  <a:lnTo>
                    <a:pt x="3618929" y="251596"/>
                  </a:lnTo>
                  <a:lnTo>
                    <a:pt x="3618929" y="83865"/>
                  </a:lnTo>
                  <a:lnTo>
                    <a:pt x="3612296" y="51221"/>
                  </a:lnTo>
                  <a:lnTo>
                    <a:pt x="3594207" y="24563"/>
                  </a:lnTo>
                  <a:lnTo>
                    <a:pt x="3567378" y="6590"/>
                  </a:lnTo>
                  <a:lnTo>
                    <a:pt x="3534523" y="0"/>
                  </a:lnTo>
                  <a:close/>
                </a:path>
              </a:pathLst>
            </a:custGeom>
            <a:solidFill>
              <a:srgbClr val="767680">
                <a:alpha val="11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 descr=""/>
            <p:cNvSpPr/>
            <p:nvPr/>
          </p:nvSpPr>
          <p:spPr>
            <a:xfrm>
              <a:off x="16806710" y="2169375"/>
              <a:ext cx="1199515" cy="168275"/>
            </a:xfrm>
            <a:custGeom>
              <a:avLst/>
              <a:gdLst/>
              <a:ahLst/>
              <a:cxnLst/>
              <a:rect l="l" t="t" r="r" b="b"/>
              <a:pathLst>
                <a:path w="1199515" h="168275">
                  <a:moveTo>
                    <a:pt x="6858" y="1524"/>
                  </a:moveTo>
                  <a:lnTo>
                    <a:pt x="5321" y="0"/>
                  </a:lnTo>
                  <a:lnTo>
                    <a:pt x="1536" y="0"/>
                  </a:lnTo>
                  <a:lnTo>
                    <a:pt x="0" y="1524"/>
                  </a:lnTo>
                  <a:lnTo>
                    <a:pt x="0" y="166204"/>
                  </a:lnTo>
                  <a:lnTo>
                    <a:pt x="1536" y="167728"/>
                  </a:lnTo>
                  <a:lnTo>
                    <a:pt x="5321" y="167728"/>
                  </a:lnTo>
                  <a:lnTo>
                    <a:pt x="6858" y="166204"/>
                  </a:lnTo>
                  <a:lnTo>
                    <a:pt x="6858" y="3403"/>
                  </a:lnTo>
                  <a:lnTo>
                    <a:pt x="6858" y="1524"/>
                  </a:lnTo>
                  <a:close/>
                </a:path>
                <a:path w="1199515" h="168275">
                  <a:moveTo>
                    <a:pt x="1199095" y="1524"/>
                  </a:moveTo>
                  <a:lnTo>
                    <a:pt x="1197559" y="0"/>
                  </a:lnTo>
                  <a:lnTo>
                    <a:pt x="1193774" y="0"/>
                  </a:lnTo>
                  <a:lnTo>
                    <a:pt x="1192237" y="1524"/>
                  </a:lnTo>
                  <a:lnTo>
                    <a:pt x="1192237" y="166204"/>
                  </a:lnTo>
                  <a:lnTo>
                    <a:pt x="1193774" y="167728"/>
                  </a:lnTo>
                  <a:lnTo>
                    <a:pt x="1197559" y="167728"/>
                  </a:lnTo>
                  <a:lnTo>
                    <a:pt x="1199095" y="166204"/>
                  </a:lnTo>
                  <a:lnTo>
                    <a:pt x="1199095" y="3403"/>
                  </a:lnTo>
                  <a:lnTo>
                    <a:pt x="1199095" y="1524"/>
                  </a:lnTo>
                  <a:close/>
                </a:path>
              </a:pathLst>
            </a:custGeom>
            <a:solidFill>
              <a:srgbClr val="3C3C43">
                <a:alpha val="35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8" name="object 128" descr="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17298596" y="2205220"/>
              <a:ext cx="251320" cy="101791"/>
            </a:xfrm>
            <a:prstGeom prst="rect">
              <a:avLst/>
            </a:prstGeom>
          </p:spPr>
        </p:pic>
      </p:grpSp>
      <p:sp>
        <p:nvSpPr>
          <p:cNvPr id="129" name="object 129" descr=""/>
          <p:cNvSpPr/>
          <p:nvPr/>
        </p:nvSpPr>
        <p:spPr>
          <a:xfrm>
            <a:off x="15940994" y="8721347"/>
            <a:ext cx="274955" cy="252095"/>
          </a:xfrm>
          <a:custGeom>
            <a:avLst/>
            <a:gdLst/>
            <a:ahLst/>
            <a:cxnLst/>
            <a:rect l="l" t="t" r="r" b="b"/>
            <a:pathLst>
              <a:path w="274955" h="252095">
                <a:moveTo>
                  <a:pt x="43596" y="167730"/>
                </a:moveTo>
                <a:lnTo>
                  <a:pt x="40831" y="167730"/>
                </a:lnTo>
                <a:lnTo>
                  <a:pt x="39449" y="168044"/>
                </a:lnTo>
                <a:lnTo>
                  <a:pt x="3091" y="202220"/>
                </a:lnTo>
                <a:lnTo>
                  <a:pt x="0" y="208300"/>
                </a:lnTo>
                <a:lnTo>
                  <a:pt x="0" y="211026"/>
                </a:lnTo>
                <a:lnTo>
                  <a:pt x="34743" y="248555"/>
                </a:lnTo>
                <a:lnTo>
                  <a:pt x="40831" y="251596"/>
                </a:lnTo>
                <a:lnTo>
                  <a:pt x="43596" y="251596"/>
                </a:lnTo>
                <a:lnTo>
                  <a:pt x="52775" y="242475"/>
                </a:lnTo>
                <a:lnTo>
                  <a:pt x="52775" y="239750"/>
                </a:lnTo>
                <a:lnTo>
                  <a:pt x="36031" y="220146"/>
                </a:lnTo>
                <a:lnTo>
                  <a:pt x="179374" y="220146"/>
                </a:lnTo>
                <a:lnTo>
                  <a:pt x="197978" y="218313"/>
                </a:lnTo>
                <a:lnTo>
                  <a:pt x="215697" y="212952"/>
                </a:lnTo>
                <a:lnTo>
                  <a:pt x="232032" y="204269"/>
                </a:lnTo>
                <a:lnTo>
                  <a:pt x="238268" y="199180"/>
                </a:lnTo>
                <a:lnTo>
                  <a:pt x="36031" y="199180"/>
                </a:lnTo>
                <a:lnTo>
                  <a:pt x="49673" y="185656"/>
                </a:lnTo>
                <a:lnTo>
                  <a:pt x="50654" y="184608"/>
                </a:lnTo>
                <a:lnTo>
                  <a:pt x="51435" y="183455"/>
                </a:lnTo>
                <a:lnTo>
                  <a:pt x="52501" y="180939"/>
                </a:lnTo>
                <a:lnTo>
                  <a:pt x="52775" y="179576"/>
                </a:lnTo>
                <a:lnTo>
                  <a:pt x="52775" y="176851"/>
                </a:lnTo>
                <a:lnTo>
                  <a:pt x="44978" y="168044"/>
                </a:lnTo>
                <a:lnTo>
                  <a:pt x="43596" y="167730"/>
                </a:lnTo>
                <a:close/>
              </a:path>
              <a:path w="274955" h="252095">
                <a:moveTo>
                  <a:pt x="266576" y="115314"/>
                </a:moveTo>
                <a:lnTo>
                  <a:pt x="260985" y="115314"/>
                </a:lnTo>
                <a:lnTo>
                  <a:pt x="258294" y="116468"/>
                </a:lnTo>
                <a:lnTo>
                  <a:pt x="256321" y="118355"/>
                </a:lnTo>
                <a:lnTo>
                  <a:pt x="254338" y="120347"/>
                </a:lnTo>
                <a:lnTo>
                  <a:pt x="253230" y="122967"/>
                </a:lnTo>
                <a:lnTo>
                  <a:pt x="253230" y="125798"/>
                </a:lnTo>
                <a:lnTo>
                  <a:pt x="251785" y="140200"/>
                </a:lnTo>
                <a:lnTo>
                  <a:pt x="231579" y="177689"/>
                </a:lnTo>
                <a:lnTo>
                  <a:pt x="193844" y="197753"/>
                </a:lnTo>
                <a:lnTo>
                  <a:pt x="179374" y="199180"/>
                </a:lnTo>
                <a:lnTo>
                  <a:pt x="238268" y="199180"/>
                </a:lnTo>
                <a:lnTo>
                  <a:pt x="267072" y="161886"/>
                </a:lnTo>
                <a:lnTo>
                  <a:pt x="274331" y="125798"/>
                </a:lnTo>
                <a:lnTo>
                  <a:pt x="274331" y="122967"/>
                </a:lnTo>
                <a:lnTo>
                  <a:pt x="273223" y="120347"/>
                </a:lnTo>
                <a:lnTo>
                  <a:pt x="271240" y="118355"/>
                </a:lnTo>
                <a:lnTo>
                  <a:pt x="269267" y="116468"/>
                </a:lnTo>
                <a:lnTo>
                  <a:pt x="266576" y="115314"/>
                </a:lnTo>
                <a:close/>
              </a:path>
              <a:path w="274955" h="252095">
                <a:moveTo>
                  <a:pt x="234924" y="0"/>
                </a:moveTo>
                <a:lnTo>
                  <a:pt x="229332" y="0"/>
                </a:lnTo>
                <a:lnTo>
                  <a:pt x="226642" y="1048"/>
                </a:lnTo>
                <a:lnTo>
                  <a:pt x="222685" y="5032"/>
                </a:lnTo>
                <a:lnTo>
                  <a:pt x="221567" y="7652"/>
                </a:lnTo>
                <a:lnTo>
                  <a:pt x="221567" y="13313"/>
                </a:lnTo>
                <a:lnTo>
                  <a:pt x="222685" y="15934"/>
                </a:lnTo>
                <a:lnTo>
                  <a:pt x="224658" y="17925"/>
                </a:lnTo>
                <a:lnTo>
                  <a:pt x="238311" y="31449"/>
                </a:lnTo>
                <a:lnTo>
                  <a:pt x="94967" y="31449"/>
                </a:lnTo>
                <a:lnTo>
                  <a:pt x="42309" y="47326"/>
                </a:lnTo>
                <a:lnTo>
                  <a:pt x="7269" y="89709"/>
                </a:lnTo>
                <a:lnTo>
                  <a:pt x="10" y="125798"/>
                </a:lnTo>
                <a:lnTo>
                  <a:pt x="10" y="128628"/>
                </a:lnTo>
                <a:lnTo>
                  <a:pt x="1118" y="131248"/>
                </a:lnTo>
                <a:lnTo>
                  <a:pt x="3102" y="133240"/>
                </a:lnTo>
                <a:lnTo>
                  <a:pt x="5075" y="135127"/>
                </a:lnTo>
                <a:lnTo>
                  <a:pt x="7765" y="136281"/>
                </a:lnTo>
                <a:lnTo>
                  <a:pt x="13357" y="136281"/>
                </a:lnTo>
                <a:lnTo>
                  <a:pt x="21112" y="125798"/>
                </a:lnTo>
                <a:lnTo>
                  <a:pt x="22557" y="111395"/>
                </a:lnTo>
                <a:lnTo>
                  <a:pt x="42762" y="73906"/>
                </a:lnTo>
                <a:lnTo>
                  <a:pt x="80497" y="53842"/>
                </a:lnTo>
                <a:lnTo>
                  <a:pt x="94967" y="52415"/>
                </a:lnTo>
                <a:lnTo>
                  <a:pt x="268179" y="52415"/>
                </a:lnTo>
                <a:lnTo>
                  <a:pt x="271240" y="49375"/>
                </a:lnTo>
                <a:lnTo>
                  <a:pt x="272221" y="48327"/>
                </a:lnTo>
                <a:lnTo>
                  <a:pt x="273002" y="47174"/>
                </a:lnTo>
                <a:lnTo>
                  <a:pt x="274067" y="44658"/>
                </a:lnTo>
                <a:lnTo>
                  <a:pt x="274342" y="43295"/>
                </a:lnTo>
                <a:lnTo>
                  <a:pt x="274342" y="40569"/>
                </a:lnTo>
                <a:lnTo>
                  <a:pt x="239587" y="3040"/>
                </a:lnTo>
                <a:lnTo>
                  <a:pt x="237614" y="1048"/>
                </a:lnTo>
                <a:lnTo>
                  <a:pt x="234924" y="0"/>
                </a:lnTo>
                <a:close/>
              </a:path>
              <a:path w="274955" h="252095">
                <a:moveTo>
                  <a:pt x="268179" y="52415"/>
                </a:moveTo>
                <a:lnTo>
                  <a:pt x="238311" y="52415"/>
                </a:lnTo>
                <a:lnTo>
                  <a:pt x="224658" y="65939"/>
                </a:lnTo>
                <a:lnTo>
                  <a:pt x="222685" y="67931"/>
                </a:lnTo>
                <a:lnTo>
                  <a:pt x="221567" y="70551"/>
                </a:lnTo>
                <a:lnTo>
                  <a:pt x="221567" y="76212"/>
                </a:lnTo>
                <a:lnTo>
                  <a:pt x="222685" y="78833"/>
                </a:lnTo>
                <a:lnTo>
                  <a:pt x="226642" y="82816"/>
                </a:lnTo>
                <a:lnTo>
                  <a:pt x="229332" y="83865"/>
                </a:lnTo>
                <a:lnTo>
                  <a:pt x="234924" y="83865"/>
                </a:lnTo>
                <a:lnTo>
                  <a:pt x="237614" y="82816"/>
                </a:lnTo>
                <a:lnTo>
                  <a:pt x="239587" y="80824"/>
                </a:lnTo>
                <a:lnTo>
                  <a:pt x="268179" y="52415"/>
                </a:lnTo>
                <a:close/>
              </a:path>
            </a:pathLst>
          </a:custGeom>
          <a:solidFill>
            <a:srgbClr val="34333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0" name="object 130" descr=""/>
          <p:cNvSpPr/>
          <p:nvPr/>
        </p:nvSpPr>
        <p:spPr>
          <a:xfrm>
            <a:off x="16858924" y="8501203"/>
            <a:ext cx="1181735" cy="744855"/>
          </a:xfrm>
          <a:custGeom>
            <a:avLst/>
            <a:gdLst/>
            <a:ahLst/>
            <a:cxnLst/>
            <a:rect l="l" t="t" r="r" b="b"/>
            <a:pathLst>
              <a:path w="1181734" h="744854">
                <a:moveTo>
                  <a:pt x="1044530" y="0"/>
                </a:moveTo>
                <a:lnTo>
                  <a:pt x="137160" y="0"/>
                </a:lnTo>
                <a:lnTo>
                  <a:pt x="93807" y="6947"/>
                </a:lnTo>
                <a:lnTo>
                  <a:pt x="56155" y="26294"/>
                </a:lnTo>
                <a:lnTo>
                  <a:pt x="26464" y="55795"/>
                </a:lnTo>
                <a:lnTo>
                  <a:pt x="6992" y="93205"/>
                </a:lnTo>
                <a:lnTo>
                  <a:pt x="0" y="136281"/>
                </a:lnTo>
                <a:lnTo>
                  <a:pt x="0" y="608024"/>
                </a:lnTo>
                <a:lnTo>
                  <a:pt x="6992" y="651099"/>
                </a:lnTo>
                <a:lnTo>
                  <a:pt x="26464" y="688510"/>
                </a:lnTo>
                <a:lnTo>
                  <a:pt x="56155" y="718011"/>
                </a:lnTo>
                <a:lnTo>
                  <a:pt x="93807" y="737357"/>
                </a:lnTo>
                <a:lnTo>
                  <a:pt x="137160" y="744305"/>
                </a:lnTo>
                <a:lnTo>
                  <a:pt x="1044530" y="744305"/>
                </a:lnTo>
                <a:lnTo>
                  <a:pt x="1087884" y="737357"/>
                </a:lnTo>
                <a:lnTo>
                  <a:pt x="1125536" y="718011"/>
                </a:lnTo>
                <a:lnTo>
                  <a:pt x="1155227" y="688510"/>
                </a:lnTo>
                <a:lnTo>
                  <a:pt x="1174698" y="651099"/>
                </a:lnTo>
                <a:lnTo>
                  <a:pt x="1181691" y="608024"/>
                </a:lnTo>
                <a:lnTo>
                  <a:pt x="1181691" y="136281"/>
                </a:lnTo>
                <a:lnTo>
                  <a:pt x="1174698" y="93205"/>
                </a:lnTo>
                <a:lnTo>
                  <a:pt x="1155227" y="55795"/>
                </a:lnTo>
                <a:lnTo>
                  <a:pt x="1125536" y="26294"/>
                </a:lnTo>
                <a:lnTo>
                  <a:pt x="1087884" y="6947"/>
                </a:lnTo>
                <a:lnTo>
                  <a:pt x="1044530" y="0"/>
                </a:lnTo>
                <a:close/>
              </a:path>
            </a:pathLst>
          </a:custGeom>
          <a:solidFill>
            <a:srgbClr val="CF5759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31" name="object 131" descr=""/>
          <p:cNvPicPr/>
          <p:nvPr/>
        </p:nvPicPr>
        <p:blipFill>
          <a:blip r:embed="rId60" cstate="print"/>
          <a:stretch>
            <a:fillRect/>
          </a:stretch>
        </p:blipFill>
        <p:spPr>
          <a:xfrm>
            <a:off x="18694765" y="8721347"/>
            <a:ext cx="253219" cy="251596"/>
          </a:xfrm>
          <a:prstGeom prst="rect">
            <a:avLst/>
          </a:prstGeom>
        </p:spPr>
      </p:pic>
      <p:pic>
        <p:nvPicPr>
          <p:cNvPr id="132" name="object 132" descr=""/>
          <p:cNvPicPr/>
          <p:nvPr/>
        </p:nvPicPr>
        <p:blipFill>
          <a:blip r:embed="rId61" cstate="print"/>
          <a:stretch>
            <a:fillRect/>
          </a:stretch>
        </p:blipFill>
        <p:spPr>
          <a:xfrm>
            <a:off x="15712399" y="9079561"/>
            <a:ext cx="732880" cy="132507"/>
          </a:xfrm>
          <a:prstGeom prst="rect">
            <a:avLst/>
          </a:prstGeom>
        </p:spPr>
      </p:pic>
      <p:pic>
        <p:nvPicPr>
          <p:cNvPr id="133" name="object 133" descr=""/>
          <p:cNvPicPr/>
          <p:nvPr/>
        </p:nvPicPr>
        <p:blipFill>
          <a:blip r:embed="rId62" cstate="print"/>
          <a:stretch>
            <a:fillRect/>
          </a:stretch>
        </p:blipFill>
        <p:spPr>
          <a:xfrm>
            <a:off x="18523032" y="9058594"/>
            <a:ext cx="553105" cy="104516"/>
          </a:xfrm>
          <a:prstGeom prst="rect">
            <a:avLst/>
          </a:prstGeom>
        </p:spPr>
      </p:pic>
      <p:sp>
        <p:nvSpPr>
          <p:cNvPr id="134" name="object 134" descr=""/>
          <p:cNvSpPr/>
          <p:nvPr/>
        </p:nvSpPr>
        <p:spPr>
          <a:xfrm>
            <a:off x="15772190" y="3616044"/>
            <a:ext cx="3302635" cy="4046854"/>
          </a:xfrm>
          <a:custGeom>
            <a:avLst/>
            <a:gdLst/>
            <a:ahLst/>
            <a:cxnLst/>
            <a:rect l="l" t="t" r="r" b="b"/>
            <a:pathLst>
              <a:path w="3302634" h="4046854">
                <a:moveTo>
                  <a:pt x="1095301" y="3221793"/>
                </a:moveTo>
                <a:lnTo>
                  <a:pt x="1084750" y="3221793"/>
                </a:lnTo>
                <a:lnTo>
                  <a:pt x="1084750" y="4046505"/>
                </a:lnTo>
                <a:lnTo>
                  <a:pt x="1095301" y="4046505"/>
                </a:lnTo>
                <a:lnTo>
                  <a:pt x="1095301" y="3221793"/>
                </a:lnTo>
                <a:close/>
              </a:path>
              <a:path w="3302634" h="4046854">
                <a:moveTo>
                  <a:pt x="2264384" y="3217705"/>
                </a:moveTo>
                <a:lnTo>
                  <a:pt x="2253833" y="3217705"/>
                </a:lnTo>
                <a:lnTo>
                  <a:pt x="2253833" y="4046505"/>
                </a:lnTo>
                <a:lnTo>
                  <a:pt x="2264384" y="4046505"/>
                </a:lnTo>
                <a:lnTo>
                  <a:pt x="2264384" y="3217705"/>
                </a:lnTo>
                <a:close/>
              </a:path>
              <a:path w="3302634" h="4046854">
                <a:moveTo>
                  <a:pt x="1095301" y="2192871"/>
                </a:moveTo>
                <a:lnTo>
                  <a:pt x="1084750" y="2192871"/>
                </a:lnTo>
                <a:lnTo>
                  <a:pt x="1084750" y="3211310"/>
                </a:lnTo>
                <a:lnTo>
                  <a:pt x="0" y="3215189"/>
                </a:lnTo>
                <a:lnTo>
                  <a:pt x="42" y="3225672"/>
                </a:lnTo>
                <a:lnTo>
                  <a:pt x="1095301" y="3221793"/>
                </a:lnTo>
                <a:lnTo>
                  <a:pt x="2264384" y="3217705"/>
                </a:lnTo>
                <a:lnTo>
                  <a:pt x="3302405" y="3214036"/>
                </a:lnTo>
                <a:lnTo>
                  <a:pt x="3302394" y="3211310"/>
                </a:lnTo>
                <a:lnTo>
                  <a:pt x="1095301" y="3211310"/>
                </a:lnTo>
                <a:lnTo>
                  <a:pt x="1095301" y="2192871"/>
                </a:lnTo>
                <a:close/>
              </a:path>
              <a:path w="3302634" h="4046854">
                <a:moveTo>
                  <a:pt x="2264384" y="2188782"/>
                </a:moveTo>
                <a:lnTo>
                  <a:pt x="2253833" y="2188782"/>
                </a:lnTo>
                <a:lnTo>
                  <a:pt x="2253833" y="3207222"/>
                </a:lnTo>
                <a:lnTo>
                  <a:pt x="1095301" y="3211310"/>
                </a:lnTo>
                <a:lnTo>
                  <a:pt x="3302394" y="3211310"/>
                </a:lnTo>
                <a:lnTo>
                  <a:pt x="3302377" y="3207222"/>
                </a:lnTo>
                <a:lnTo>
                  <a:pt x="2264384" y="3207222"/>
                </a:lnTo>
                <a:lnTo>
                  <a:pt x="2264384" y="2188782"/>
                </a:lnTo>
                <a:close/>
              </a:path>
              <a:path w="3302634" h="4046854">
                <a:moveTo>
                  <a:pt x="3302362" y="3203553"/>
                </a:moveTo>
                <a:lnTo>
                  <a:pt x="2264384" y="3207222"/>
                </a:lnTo>
                <a:lnTo>
                  <a:pt x="3302377" y="3207222"/>
                </a:lnTo>
                <a:lnTo>
                  <a:pt x="3302362" y="3203553"/>
                </a:lnTo>
                <a:close/>
              </a:path>
              <a:path w="3302634" h="4046854">
                <a:moveTo>
                  <a:pt x="1095301" y="1129247"/>
                </a:moveTo>
                <a:lnTo>
                  <a:pt x="1084750" y="1129247"/>
                </a:lnTo>
                <a:lnTo>
                  <a:pt x="1084750" y="2182388"/>
                </a:lnTo>
                <a:lnTo>
                  <a:pt x="0" y="2186161"/>
                </a:lnTo>
                <a:lnTo>
                  <a:pt x="42" y="2196644"/>
                </a:lnTo>
                <a:lnTo>
                  <a:pt x="1095301" y="2192871"/>
                </a:lnTo>
                <a:lnTo>
                  <a:pt x="2264384" y="2188782"/>
                </a:lnTo>
                <a:lnTo>
                  <a:pt x="3302405" y="2185112"/>
                </a:lnTo>
                <a:lnTo>
                  <a:pt x="3302394" y="2182388"/>
                </a:lnTo>
                <a:lnTo>
                  <a:pt x="1095301" y="2182388"/>
                </a:lnTo>
                <a:lnTo>
                  <a:pt x="1095301" y="1129247"/>
                </a:lnTo>
                <a:close/>
              </a:path>
              <a:path w="3302634" h="4046854">
                <a:moveTo>
                  <a:pt x="2264384" y="1125158"/>
                </a:moveTo>
                <a:lnTo>
                  <a:pt x="2253833" y="1125158"/>
                </a:lnTo>
                <a:lnTo>
                  <a:pt x="2253833" y="2178299"/>
                </a:lnTo>
                <a:lnTo>
                  <a:pt x="1095301" y="2182388"/>
                </a:lnTo>
                <a:lnTo>
                  <a:pt x="3302394" y="2182388"/>
                </a:lnTo>
                <a:lnTo>
                  <a:pt x="3302377" y="2178299"/>
                </a:lnTo>
                <a:lnTo>
                  <a:pt x="2264384" y="2178299"/>
                </a:lnTo>
                <a:lnTo>
                  <a:pt x="2264384" y="1125158"/>
                </a:lnTo>
                <a:close/>
              </a:path>
              <a:path w="3302634" h="4046854">
                <a:moveTo>
                  <a:pt x="3302362" y="2174629"/>
                </a:moveTo>
                <a:lnTo>
                  <a:pt x="2264384" y="2178299"/>
                </a:lnTo>
                <a:lnTo>
                  <a:pt x="3302377" y="2178299"/>
                </a:lnTo>
                <a:lnTo>
                  <a:pt x="3302362" y="2174629"/>
                </a:lnTo>
                <a:close/>
              </a:path>
              <a:path w="3302634" h="4046854">
                <a:moveTo>
                  <a:pt x="1095301" y="0"/>
                </a:moveTo>
                <a:lnTo>
                  <a:pt x="1084750" y="0"/>
                </a:lnTo>
                <a:lnTo>
                  <a:pt x="1084750" y="1118763"/>
                </a:lnTo>
                <a:lnTo>
                  <a:pt x="0" y="1122537"/>
                </a:lnTo>
                <a:lnTo>
                  <a:pt x="42" y="1133021"/>
                </a:lnTo>
                <a:lnTo>
                  <a:pt x="1095301" y="1129247"/>
                </a:lnTo>
                <a:lnTo>
                  <a:pt x="2264384" y="1125158"/>
                </a:lnTo>
                <a:lnTo>
                  <a:pt x="3302405" y="1121489"/>
                </a:lnTo>
                <a:lnTo>
                  <a:pt x="3302393" y="1118659"/>
                </a:lnTo>
                <a:lnTo>
                  <a:pt x="1095301" y="1118659"/>
                </a:lnTo>
                <a:lnTo>
                  <a:pt x="1095301" y="0"/>
                </a:lnTo>
                <a:close/>
              </a:path>
              <a:path w="3302634" h="4046854">
                <a:moveTo>
                  <a:pt x="2264384" y="0"/>
                </a:moveTo>
                <a:lnTo>
                  <a:pt x="2253833" y="0"/>
                </a:lnTo>
                <a:lnTo>
                  <a:pt x="2253833" y="1114675"/>
                </a:lnTo>
                <a:lnTo>
                  <a:pt x="1095301" y="1118659"/>
                </a:lnTo>
                <a:lnTo>
                  <a:pt x="3302393" y="1118659"/>
                </a:lnTo>
                <a:lnTo>
                  <a:pt x="3302377" y="1114570"/>
                </a:lnTo>
                <a:lnTo>
                  <a:pt x="2264384" y="1114570"/>
                </a:lnTo>
                <a:lnTo>
                  <a:pt x="2264384" y="0"/>
                </a:lnTo>
                <a:close/>
              </a:path>
              <a:path w="3302634" h="4046854">
                <a:moveTo>
                  <a:pt x="3302362" y="1111006"/>
                </a:moveTo>
                <a:lnTo>
                  <a:pt x="2264384" y="1114570"/>
                </a:lnTo>
                <a:lnTo>
                  <a:pt x="3302377" y="1114570"/>
                </a:lnTo>
                <a:lnTo>
                  <a:pt x="3302362" y="1111006"/>
                </a:lnTo>
                <a:close/>
              </a:path>
            </a:pathLst>
          </a:custGeom>
          <a:solidFill>
            <a:srgbClr val="000000">
              <a:alpha val="16999"/>
            </a:srgbClr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35" name="object 135" descr=""/>
          <p:cNvGrpSpPr/>
          <p:nvPr/>
        </p:nvGrpSpPr>
        <p:grpSpPr>
          <a:xfrm>
            <a:off x="15782742" y="3091886"/>
            <a:ext cx="464820" cy="252095"/>
            <a:chOff x="15782742" y="3091886"/>
            <a:chExt cx="464820" cy="252095"/>
          </a:xfrm>
        </p:grpSpPr>
        <p:sp>
          <p:nvSpPr>
            <p:cNvPr id="136" name="object 136" descr=""/>
            <p:cNvSpPr/>
            <p:nvPr/>
          </p:nvSpPr>
          <p:spPr>
            <a:xfrm>
              <a:off x="15782742" y="3091886"/>
              <a:ext cx="464820" cy="252095"/>
            </a:xfrm>
            <a:custGeom>
              <a:avLst/>
              <a:gdLst/>
              <a:ahLst/>
              <a:cxnLst/>
              <a:rect l="l" t="t" r="r" b="b"/>
              <a:pathLst>
                <a:path w="464819" h="252095">
                  <a:moveTo>
                    <a:pt x="337626" y="0"/>
                  </a:moveTo>
                  <a:lnTo>
                    <a:pt x="126609" y="0"/>
                  </a:lnTo>
                  <a:lnTo>
                    <a:pt x="77327" y="9885"/>
                  </a:lnTo>
                  <a:lnTo>
                    <a:pt x="37083" y="36845"/>
                  </a:lnTo>
                  <a:lnTo>
                    <a:pt x="9949" y="76831"/>
                  </a:lnTo>
                  <a:lnTo>
                    <a:pt x="0" y="125798"/>
                  </a:lnTo>
                  <a:lnTo>
                    <a:pt x="9949" y="174764"/>
                  </a:lnTo>
                  <a:lnTo>
                    <a:pt x="37083" y="214750"/>
                  </a:lnTo>
                  <a:lnTo>
                    <a:pt x="77327" y="241710"/>
                  </a:lnTo>
                  <a:lnTo>
                    <a:pt x="126609" y="251596"/>
                  </a:lnTo>
                  <a:lnTo>
                    <a:pt x="337626" y="251596"/>
                  </a:lnTo>
                  <a:lnTo>
                    <a:pt x="386908" y="241710"/>
                  </a:lnTo>
                  <a:lnTo>
                    <a:pt x="427152" y="214750"/>
                  </a:lnTo>
                  <a:lnTo>
                    <a:pt x="454286" y="174764"/>
                  </a:lnTo>
                  <a:lnTo>
                    <a:pt x="464235" y="125798"/>
                  </a:lnTo>
                  <a:lnTo>
                    <a:pt x="454286" y="76831"/>
                  </a:lnTo>
                  <a:lnTo>
                    <a:pt x="427152" y="36845"/>
                  </a:lnTo>
                  <a:lnTo>
                    <a:pt x="386908" y="9885"/>
                  </a:lnTo>
                  <a:lnTo>
                    <a:pt x="337626" y="0"/>
                  </a:lnTo>
                  <a:close/>
                </a:path>
              </a:pathLst>
            </a:custGeom>
            <a:solidFill>
              <a:srgbClr val="0F172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7" name="object 137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6014860" y="3112854"/>
              <a:ext cx="211016" cy="209663"/>
            </a:xfrm>
            <a:prstGeom prst="rect">
              <a:avLst/>
            </a:prstGeom>
          </p:spPr>
        </p:pic>
      </p:grpSp>
      <p:pic>
        <p:nvPicPr>
          <p:cNvPr id="138" name="object 138" descr=""/>
          <p:cNvPicPr/>
          <p:nvPr/>
        </p:nvPicPr>
        <p:blipFill>
          <a:blip r:embed="rId63" cstate="print"/>
          <a:stretch>
            <a:fillRect/>
          </a:stretch>
        </p:blipFill>
        <p:spPr>
          <a:xfrm>
            <a:off x="16343193" y="3157616"/>
            <a:ext cx="974272" cy="114266"/>
          </a:xfrm>
          <a:prstGeom prst="rect">
            <a:avLst/>
          </a:prstGeom>
        </p:spPr>
      </p:pic>
      <p:pic>
        <p:nvPicPr>
          <p:cNvPr id="139" name="object 139" descr=""/>
          <p:cNvPicPr/>
          <p:nvPr/>
        </p:nvPicPr>
        <p:blipFill>
          <a:blip r:embed="rId64" cstate="print"/>
          <a:stretch>
            <a:fillRect/>
          </a:stretch>
        </p:blipFill>
        <p:spPr>
          <a:xfrm>
            <a:off x="15688104" y="3511213"/>
            <a:ext cx="1244357" cy="1320783"/>
          </a:xfrm>
          <a:prstGeom prst="rect">
            <a:avLst/>
          </a:prstGeom>
        </p:spPr>
      </p:pic>
      <p:pic>
        <p:nvPicPr>
          <p:cNvPr id="140" name="object 140" descr="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15729987" y="3511213"/>
            <a:ext cx="1160589" cy="1237014"/>
          </a:xfrm>
          <a:prstGeom prst="rect">
            <a:avLst/>
          </a:prstGeom>
        </p:spPr>
      </p:pic>
      <p:pic>
        <p:nvPicPr>
          <p:cNvPr id="141" name="object 141" descr=""/>
          <p:cNvPicPr/>
          <p:nvPr/>
        </p:nvPicPr>
        <p:blipFill>
          <a:blip r:embed="rId65" cstate="print"/>
          <a:stretch>
            <a:fillRect/>
          </a:stretch>
        </p:blipFill>
        <p:spPr>
          <a:xfrm>
            <a:off x="16817040" y="3511213"/>
            <a:ext cx="1276008" cy="1320783"/>
          </a:xfrm>
          <a:prstGeom prst="rect">
            <a:avLst/>
          </a:prstGeom>
        </p:spPr>
      </p:pic>
      <p:pic>
        <p:nvPicPr>
          <p:cNvPr id="142" name="object 142" descr=""/>
          <p:cNvPicPr/>
          <p:nvPr/>
        </p:nvPicPr>
        <p:blipFill>
          <a:blip r:embed="rId66" cstate="print"/>
          <a:stretch>
            <a:fillRect/>
          </a:stretch>
        </p:blipFill>
        <p:spPr>
          <a:xfrm>
            <a:off x="16858924" y="3511213"/>
            <a:ext cx="1192242" cy="1237014"/>
          </a:xfrm>
          <a:prstGeom prst="rect">
            <a:avLst/>
          </a:prstGeom>
        </p:spPr>
      </p:pic>
      <p:pic>
        <p:nvPicPr>
          <p:cNvPr id="143" name="object 143" descr=""/>
          <p:cNvPicPr/>
          <p:nvPr/>
        </p:nvPicPr>
        <p:blipFill>
          <a:blip r:embed="rId67" cstate="print"/>
          <a:stretch>
            <a:fillRect/>
          </a:stretch>
        </p:blipFill>
        <p:spPr>
          <a:xfrm>
            <a:off x="17988182" y="3511213"/>
            <a:ext cx="1170501" cy="1320783"/>
          </a:xfrm>
          <a:prstGeom prst="rect">
            <a:avLst/>
          </a:prstGeom>
        </p:spPr>
      </p:pic>
      <p:pic>
        <p:nvPicPr>
          <p:cNvPr id="144" name="object 144" descr="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18030065" y="3521696"/>
            <a:ext cx="1086733" cy="1226531"/>
          </a:xfrm>
          <a:prstGeom prst="rect">
            <a:avLst/>
          </a:prstGeom>
        </p:spPr>
      </p:pic>
      <p:pic>
        <p:nvPicPr>
          <p:cNvPr id="145" name="object 145" descr=""/>
          <p:cNvPicPr/>
          <p:nvPr/>
        </p:nvPicPr>
        <p:blipFill>
          <a:blip r:embed="rId68" cstate="print"/>
          <a:stretch>
            <a:fillRect/>
          </a:stretch>
        </p:blipFill>
        <p:spPr>
          <a:xfrm>
            <a:off x="15688104" y="4737743"/>
            <a:ext cx="1223255" cy="1153050"/>
          </a:xfrm>
          <a:prstGeom prst="rect">
            <a:avLst/>
          </a:prstGeom>
        </p:spPr>
      </p:pic>
      <p:pic>
        <p:nvPicPr>
          <p:cNvPr id="146" name="object 146" descr="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15729987" y="4737743"/>
            <a:ext cx="1139488" cy="1069283"/>
          </a:xfrm>
          <a:prstGeom prst="rect">
            <a:avLst/>
          </a:prstGeom>
        </p:spPr>
      </p:pic>
      <p:pic>
        <p:nvPicPr>
          <p:cNvPr id="147" name="object 147" descr=""/>
          <p:cNvPicPr/>
          <p:nvPr/>
        </p:nvPicPr>
        <p:blipFill>
          <a:blip r:embed="rId69" cstate="print"/>
          <a:stretch>
            <a:fillRect/>
          </a:stretch>
        </p:blipFill>
        <p:spPr>
          <a:xfrm>
            <a:off x="16817040" y="4737743"/>
            <a:ext cx="1265458" cy="1153050"/>
          </a:xfrm>
          <a:prstGeom prst="rect">
            <a:avLst/>
          </a:prstGeom>
        </p:spPr>
      </p:pic>
      <p:pic>
        <p:nvPicPr>
          <p:cNvPr id="148" name="object 148" descr="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16858924" y="4737743"/>
            <a:ext cx="1181691" cy="1069283"/>
          </a:xfrm>
          <a:prstGeom prst="rect">
            <a:avLst/>
          </a:prstGeom>
        </p:spPr>
      </p:pic>
      <p:pic>
        <p:nvPicPr>
          <p:cNvPr id="149" name="object 149" descr=""/>
          <p:cNvPicPr/>
          <p:nvPr/>
        </p:nvPicPr>
        <p:blipFill>
          <a:blip r:embed="rId70" cstate="print"/>
          <a:stretch>
            <a:fillRect/>
          </a:stretch>
        </p:blipFill>
        <p:spPr>
          <a:xfrm>
            <a:off x="17988182" y="4737743"/>
            <a:ext cx="1170501" cy="1153050"/>
          </a:xfrm>
          <a:prstGeom prst="rect">
            <a:avLst/>
          </a:prstGeom>
        </p:spPr>
      </p:pic>
      <p:pic>
        <p:nvPicPr>
          <p:cNvPr id="150" name="object 150" descr=""/>
          <p:cNvPicPr/>
          <p:nvPr/>
        </p:nvPicPr>
        <p:blipFill>
          <a:blip r:embed="rId71" cstate="print"/>
          <a:stretch>
            <a:fillRect/>
          </a:stretch>
        </p:blipFill>
        <p:spPr>
          <a:xfrm>
            <a:off x="18030065" y="4737743"/>
            <a:ext cx="1086733" cy="1069283"/>
          </a:xfrm>
          <a:prstGeom prst="rect">
            <a:avLst/>
          </a:prstGeom>
        </p:spPr>
      </p:pic>
      <p:pic>
        <p:nvPicPr>
          <p:cNvPr id="151" name="object 151" descr=""/>
          <p:cNvPicPr/>
          <p:nvPr/>
        </p:nvPicPr>
        <p:blipFill>
          <a:blip r:embed="rId72" cstate="print"/>
          <a:stretch>
            <a:fillRect/>
          </a:stretch>
        </p:blipFill>
        <p:spPr>
          <a:xfrm>
            <a:off x="15688104" y="5796545"/>
            <a:ext cx="1223255" cy="1121601"/>
          </a:xfrm>
          <a:prstGeom prst="rect">
            <a:avLst/>
          </a:prstGeom>
        </p:spPr>
      </p:pic>
      <p:pic>
        <p:nvPicPr>
          <p:cNvPr id="152" name="object 152" descr=""/>
          <p:cNvPicPr/>
          <p:nvPr/>
        </p:nvPicPr>
        <p:blipFill>
          <a:blip r:embed="rId42" cstate="print"/>
          <a:stretch>
            <a:fillRect/>
          </a:stretch>
        </p:blipFill>
        <p:spPr>
          <a:xfrm>
            <a:off x="15729987" y="5796545"/>
            <a:ext cx="1139488" cy="1037834"/>
          </a:xfrm>
          <a:prstGeom prst="rect">
            <a:avLst/>
          </a:prstGeom>
        </p:spPr>
      </p:pic>
      <p:pic>
        <p:nvPicPr>
          <p:cNvPr id="153" name="object 153" descr=""/>
          <p:cNvPicPr/>
          <p:nvPr/>
        </p:nvPicPr>
        <p:blipFill>
          <a:blip r:embed="rId73" cstate="print"/>
          <a:stretch>
            <a:fillRect/>
          </a:stretch>
        </p:blipFill>
        <p:spPr>
          <a:xfrm>
            <a:off x="16817040" y="5796545"/>
            <a:ext cx="1265458" cy="1121601"/>
          </a:xfrm>
          <a:prstGeom prst="rect">
            <a:avLst/>
          </a:prstGeom>
        </p:spPr>
      </p:pic>
      <p:pic>
        <p:nvPicPr>
          <p:cNvPr id="154" name="object 154" descr=""/>
          <p:cNvPicPr/>
          <p:nvPr/>
        </p:nvPicPr>
        <p:blipFill>
          <a:blip r:embed="rId52" cstate="print"/>
          <a:stretch>
            <a:fillRect/>
          </a:stretch>
        </p:blipFill>
        <p:spPr>
          <a:xfrm>
            <a:off x="16858924" y="5796545"/>
            <a:ext cx="1181691" cy="1037834"/>
          </a:xfrm>
          <a:prstGeom prst="rect">
            <a:avLst/>
          </a:prstGeom>
        </p:spPr>
      </p:pic>
      <p:pic>
        <p:nvPicPr>
          <p:cNvPr id="155" name="object 155" descr=""/>
          <p:cNvPicPr/>
          <p:nvPr/>
        </p:nvPicPr>
        <p:blipFill>
          <a:blip r:embed="rId74" cstate="print"/>
          <a:stretch>
            <a:fillRect/>
          </a:stretch>
        </p:blipFill>
        <p:spPr>
          <a:xfrm>
            <a:off x="17988182" y="5796545"/>
            <a:ext cx="1170501" cy="1121601"/>
          </a:xfrm>
          <a:prstGeom prst="rect">
            <a:avLst/>
          </a:prstGeom>
        </p:spPr>
      </p:pic>
      <p:pic>
        <p:nvPicPr>
          <p:cNvPr id="156" name="object 156" descr=""/>
          <p:cNvPicPr/>
          <p:nvPr/>
        </p:nvPicPr>
        <p:blipFill>
          <a:blip r:embed="rId44" cstate="print"/>
          <a:stretch>
            <a:fillRect/>
          </a:stretch>
        </p:blipFill>
        <p:spPr>
          <a:xfrm>
            <a:off x="18030065" y="5796545"/>
            <a:ext cx="1086733" cy="1037834"/>
          </a:xfrm>
          <a:prstGeom prst="rect">
            <a:avLst/>
          </a:prstGeom>
        </p:spPr>
      </p:pic>
      <p:pic>
        <p:nvPicPr>
          <p:cNvPr id="157" name="object 157" descr=""/>
          <p:cNvPicPr/>
          <p:nvPr/>
        </p:nvPicPr>
        <p:blipFill>
          <a:blip r:embed="rId75" cstate="print"/>
          <a:stretch>
            <a:fillRect/>
          </a:stretch>
        </p:blipFill>
        <p:spPr>
          <a:xfrm>
            <a:off x="15688104" y="6823898"/>
            <a:ext cx="1223255" cy="1079666"/>
          </a:xfrm>
          <a:prstGeom prst="rect">
            <a:avLst/>
          </a:prstGeom>
        </p:spPr>
      </p:pic>
      <p:pic>
        <p:nvPicPr>
          <p:cNvPr id="158" name="object 158" descr=""/>
          <p:cNvPicPr/>
          <p:nvPr/>
        </p:nvPicPr>
        <p:blipFill>
          <a:blip r:embed="rId76" cstate="print"/>
          <a:stretch>
            <a:fillRect/>
          </a:stretch>
        </p:blipFill>
        <p:spPr>
          <a:xfrm>
            <a:off x="15729987" y="6823898"/>
            <a:ext cx="1139488" cy="995901"/>
          </a:xfrm>
          <a:prstGeom prst="rect">
            <a:avLst/>
          </a:prstGeom>
        </p:spPr>
      </p:pic>
      <p:pic>
        <p:nvPicPr>
          <p:cNvPr id="159" name="object 159" descr=""/>
          <p:cNvPicPr/>
          <p:nvPr/>
        </p:nvPicPr>
        <p:blipFill>
          <a:blip r:embed="rId77" cstate="print"/>
          <a:stretch>
            <a:fillRect/>
          </a:stretch>
        </p:blipFill>
        <p:spPr>
          <a:xfrm>
            <a:off x="16817040" y="6823898"/>
            <a:ext cx="1265458" cy="1079666"/>
          </a:xfrm>
          <a:prstGeom prst="rect">
            <a:avLst/>
          </a:prstGeom>
        </p:spPr>
      </p:pic>
      <p:pic>
        <p:nvPicPr>
          <p:cNvPr id="160" name="object 160" descr=""/>
          <p:cNvPicPr/>
          <p:nvPr/>
        </p:nvPicPr>
        <p:blipFill>
          <a:blip r:embed="rId78" cstate="print"/>
          <a:stretch>
            <a:fillRect/>
          </a:stretch>
        </p:blipFill>
        <p:spPr>
          <a:xfrm>
            <a:off x="16858924" y="6823898"/>
            <a:ext cx="1181691" cy="995901"/>
          </a:xfrm>
          <a:prstGeom prst="rect">
            <a:avLst/>
          </a:prstGeom>
        </p:spPr>
      </p:pic>
      <p:pic>
        <p:nvPicPr>
          <p:cNvPr id="161" name="object 161" descr=""/>
          <p:cNvPicPr/>
          <p:nvPr/>
        </p:nvPicPr>
        <p:blipFill>
          <a:blip r:embed="rId79" cstate="print"/>
          <a:stretch>
            <a:fillRect/>
          </a:stretch>
        </p:blipFill>
        <p:spPr>
          <a:xfrm>
            <a:off x="17988182" y="6823898"/>
            <a:ext cx="1170501" cy="1079666"/>
          </a:xfrm>
          <a:prstGeom prst="rect">
            <a:avLst/>
          </a:prstGeom>
        </p:spPr>
      </p:pic>
      <p:pic>
        <p:nvPicPr>
          <p:cNvPr id="162" name="object 162" descr=""/>
          <p:cNvPicPr/>
          <p:nvPr/>
        </p:nvPicPr>
        <p:blipFill>
          <a:blip r:embed="rId50" cstate="print"/>
          <a:stretch>
            <a:fillRect/>
          </a:stretch>
        </p:blipFill>
        <p:spPr>
          <a:xfrm>
            <a:off x="18030065" y="6823898"/>
            <a:ext cx="1086733" cy="995901"/>
          </a:xfrm>
          <a:prstGeom prst="rect">
            <a:avLst/>
          </a:prstGeom>
        </p:spPr>
      </p:pic>
      <p:pic>
        <p:nvPicPr>
          <p:cNvPr id="163" name="object 163" descr=""/>
          <p:cNvPicPr/>
          <p:nvPr/>
        </p:nvPicPr>
        <p:blipFill>
          <a:blip r:embed="rId80" cstate="print"/>
          <a:stretch>
            <a:fillRect/>
          </a:stretch>
        </p:blipFill>
        <p:spPr>
          <a:xfrm>
            <a:off x="17335896" y="8767633"/>
            <a:ext cx="217196" cy="22278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6010764" y="617782"/>
            <a:ext cx="2421255" cy="800100"/>
          </a:xfrm>
          <a:custGeom>
            <a:avLst/>
            <a:gdLst/>
            <a:ahLst/>
            <a:cxnLst/>
            <a:rect l="l" t="t" r="r" b="b"/>
            <a:pathLst>
              <a:path w="2421254" h="800100">
                <a:moveTo>
                  <a:pt x="77341" y="19037"/>
                </a:moveTo>
                <a:lnTo>
                  <a:pt x="0" y="19037"/>
                </a:lnTo>
                <a:lnTo>
                  <a:pt x="223696" y="628253"/>
                </a:lnTo>
                <a:lnTo>
                  <a:pt x="299848" y="628253"/>
                </a:lnTo>
                <a:lnTo>
                  <a:pt x="335237" y="531873"/>
                </a:lnTo>
                <a:lnTo>
                  <a:pt x="258202" y="531873"/>
                </a:lnTo>
                <a:lnTo>
                  <a:pt x="77341" y="19037"/>
                </a:lnTo>
                <a:close/>
              </a:path>
              <a:path w="2421254" h="800100">
                <a:moveTo>
                  <a:pt x="523544" y="19037"/>
                </a:moveTo>
                <a:lnTo>
                  <a:pt x="446202" y="19037"/>
                </a:lnTo>
                <a:lnTo>
                  <a:pt x="265341" y="531873"/>
                </a:lnTo>
                <a:lnTo>
                  <a:pt x="335237" y="531873"/>
                </a:lnTo>
                <a:lnTo>
                  <a:pt x="523544" y="19037"/>
                </a:lnTo>
                <a:close/>
              </a:path>
              <a:path w="2421254" h="800100">
                <a:moveTo>
                  <a:pt x="762887" y="171341"/>
                </a:moveTo>
                <a:lnTo>
                  <a:pt x="692684" y="171341"/>
                </a:lnTo>
                <a:lnTo>
                  <a:pt x="692684" y="628253"/>
                </a:lnTo>
                <a:lnTo>
                  <a:pt x="762887" y="628253"/>
                </a:lnTo>
                <a:lnTo>
                  <a:pt x="762887" y="171341"/>
                </a:lnTo>
                <a:close/>
              </a:path>
              <a:path w="2421254" h="800100">
                <a:moveTo>
                  <a:pt x="728380" y="0"/>
                </a:moveTo>
                <a:lnTo>
                  <a:pt x="686605" y="21324"/>
                </a:lnTo>
                <a:lnTo>
                  <a:pt x="678406" y="47594"/>
                </a:lnTo>
                <a:lnTo>
                  <a:pt x="679317" y="57058"/>
                </a:lnTo>
                <a:lnTo>
                  <a:pt x="709268" y="91694"/>
                </a:lnTo>
                <a:lnTo>
                  <a:pt x="728380" y="95189"/>
                </a:lnTo>
                <a:lnTo>
                  <a:pt x="738271" y="94316"/>
                </a:lnTo>
                <a:lnTo>
                  <a:pt x="774637" y="65814"/>
                </a:lnTo>
                <a:lnTo>
                  <a:pt x="778355" y="47594"/>
                </a:lnTo>
                <a:lnTo>
                  <a:pt x="777426" y="38131"/>
                </a:lnTo>
                <a:lnTo>
                  <a:pt x="747418" y="3495"/>
                </a:lnTo>
                <a:lnTo>
                  <a:pt x="728380" y="0"/>
                </a:lnTo>
                <a:close/>
              </a:path>
              <a:path w="2421254" h="800100">
                <a:moveTo>
                  <a:pt x="1311969" y="171341"/>
                </a:moveTo>
                <a:lnTo>
                  <a:pt x="970475" y="171341"/>
                </a:lnTo>
                <a:lnTo>
                  <a:pt x="970475" y="236784"/>
                </a:lnTo>
                <a:lnTo>
                  <a:pt x="1221538" y="236784"/>
                </a:lnTo>
                <a:lnTo>
                  <a:pt x="1221538" y="241544"/>
                </a:lnTo>
                <a:lnTo>
                  <a:pt x="962146" y="574708"/>
                </a:lnTo>
                <a:lnTo>
                  <a:pt x="962146" y="628253"/>
                </a:lnTo>
                <a:lnTo>
                  <a:pt x="1320298" y="628253"/>
                </a:lnTo>
                <a:lnTo>
                  <a:pt x="1320298" y="562810"/>
                </a:lnTo>
                <a:lnTo>
                  <a:pt x="1059716" y="562810"/>
                </a:lnTo>
                <a:lnTo>
                  <a:pt x="1059716" y="558050"/>
                </a:lnTo>
                <a:lnTo>
                  <a:pt x="1311969" y="227265"/>
                </a:lnTo>
                <a:lnTo>
                  <a:pt x="1311969" y="171341"/>
                </a:lnTo>
                <a:close/>
              </a:path>
              <a:path w="2421254" h="800100">
                <a:moveTo>
                  <a:pt x="1582397" y="171341"/>
                </a:moveTo>
                <a:lnTo>
                  <a:pt x="1512195" y="171341"/>
                </a:lnTo>
                <a:lnTo>
                  <a:pt x="1512195" y="628253"/>
                </a:lnTo>
                <a:lnTo>
                  <a:pt x="1582397" y="628253"/>
                </a:lnTo>
                <a:lnTo>
                  <a:pt x="1582397" y="171341"/>
                </a:lnTo>
                <a:close/>
              </a:path>
              <a:path w="2421254" h="800100">
                <a:moveTo>
                  <a:pt x="1547891" y="0"/>
                </a:moveTo>
                <a:lnTo>
                  <a:pt x="1506115" y="21324"/>
                </a:lnTo>
                <a:lnTo>
                  <a:pt x="1497916" y="47594"/>
                </a:lnTo>
                <a:lnTo>
                  <a:pt x="1498827" y="57058"/>
                </a:lnTo>
                <a:lnTo>
                  <a:pt x="1528778" y="91694"/>
                </a:lnTo>
                <a:lnTo>
                  <a:pt x="1547891" y="95189"/>
                </a:lnTo>
                <a:lnTo>
                  <a:pt x="1557782" y="94316"/>
                </a:lnTo>
                <a:lnTo>
                  <a:pt x="1594147" y="65814"/>
                </a:lnTo>
                <a:lnTo>
                  <a:pt x="1597865" y="47594"/>
                </a:lnTo>
                <a:lnTo>
                  <a:pt x="1596936" y="38131"/>
                </a:lnTo>
                <a:lnTo>
                  <a:pt x="1566929" y="3495"/>
                </a:lnTo>
                <a:lnTo>
                  <a:pt x="1547891" y="0"/>
                </a:lnTo>
                <a:close/>
              </a:path>
              <a:path w="2421254" h="800100">
                <a:moveTo>
                  <a:pt x="1864948" y="171341"/>
                </a:moveTo>
                <a:lnTo>
                  <a:pt x="1794745" y="171341"/>
                </a:lnTo>
                <a:lnTo>
                  <a:pt x="1794745" y="661569"/>
                </a:lnTo>
                <a:lnTo>
                  <a:pt x="1793815" y="677967"/>
                </a:lnTo>
                <a:lnTo>
                  <a:pt x="1779872" y="715113"/>
                </a:lnTo>
                <a:lnTo>
                  <a:pt x="1732872" y="734151"/>
                </a:lnTo>
                <a:lnTo>
                  <a:pt x="1719783" y="734151"/>
                </a:lnTo>
                <a:lnTo>
                  <a:pt x="1719783" y="799594"/>
                </a:lnTo>
                <a:lnTo>
                  <a:pt x="1734061" y="799594"/>
                </a:lnTo>
                <a:lnTo>
                  <a:pt x="1755126" y="798535"/>
                </a:lnTo>
                <a:lnTo>
                  <a:pt x="1806941" y="782639"/>
                </a:lnTo>
                <a:lnTo>
                  <a:pt x="1842303" y="749341"/>
                </a:lnTo>
                <a:lnTo>
                  <a:pt x="1861303" y="700984"/>
                </a:lnTo>
                <a:lnTo>
                  <a:pt x="1864948" y="661569"/>
                </a:lnTo>
                <a:lnTo>
                  <a:pt x="1864948" y="171341"/>
                </a:lnTo>
                <a:close/>
              </a:path>
              <a:path w="2421254" h="800100">
                <a:moveTo>
                  <a:pt x="1829251" y="0"/>
                </a:moveTo>
                <a:lnTo>
                  <a:pt x="1787476" y="21324"/>
                </a:lnTo>
                <a:lnTo>
                  <a:pt x="1779277" y="47594"/>
                </a:lnTo>
                <a:lnTo>
                  <a:pt x="1780188" y="57058"/>
                </a:lnTo>
                <a:lnTo>
                  <a:pt x="1810139" y="91694"/>
                </a:lnTo>
                <a:lnTo>
                  <a:pt x="1829251" y="95189"/>
                </a:lnTo>
                <a:lnTo>
                  <a:pt x="1839142" y="94316"/>
                </a:lnTo>
                <a:lnTo>
                  <a:pt x="1875508" y="65814"/>
                </a:lnTo>
                <a:lnTo>
                  <a:pt x="1879226" y="47594"/>
                </a:lnTo>
                <a:lnTo>
                  <a:pt x="1878296" y="38131"/>
                </a:lnTo>
                <a:lnTo>
                  <a:pt x="1848289" y="3495"/>
                </a:lnTo>
                <a:lnTo>
                  <a:pt x="1829251" y="0"/>
                </a:lnTo>
                <a:close/>
              </a:path>
              <a:path w="2421254" h="800100">
                <a:moveTo>
                  <a:pt x="2395134" y="227265"/>
                </a:moveTo>
                <a:lnTo>
                  <a:pt x="2254586" y="227265"/>
                </a:lnTo>
                <a:lnTo>
                  <a:pt x="2277287" y="228790"/>
                </a:lnTo>
                <a:lnTo>
                  <a:pt x="2296901" y="233363"/>
                </a:lnTo>
                <a:lnTo>
                  <a:pt x="2337413" y="265081"/>
                </a:lnTo>
                <a:lnTo>
                  <a:pt x="2350966" y="320075"/>
                </a:lnTo>
                <a:lnTo>
                  <a:pt x="2350966" y="322455"/>
                </a:lnTo>
                <a:lnTo>
                  <a:pt x="2323302" y="352128"/>
                </a:lnTo>
                <a:lnTo>
                  <a:pt x="2286769" y="357575"/>
                </a:lnTo>
                <a:lnTo>
                  <a:pt x="2233169" y="364101"/>
                </a:lnTo>
                <a:lnTo>
                  <a:pt x="2185592" y="372021"/>
                </a:lnTo>
                <a:lnTo>
                  <a:pt x="2139912" y="384031"/>
                </a:lnTo>
                <a:lnTo>
                  <a:pt x="2100405" y="403887"/>
                </a:lnTo>
                <a:lnTo>
                  <a:pt x="2071346" y="434898"/>
                </a:lnTo>
                <a:lnTo>
                  <a:pt x="2056844" y="479853"/>
                </a:lnTo>
                <a:lnTo>
                  <a:pt x="2055878" y="498556"/>
                </a:lnTo>
                <a:lnTo>
                  <a:pt x="2057179" y="520049"/>
                </a:lnTo>
                <a:lnTo>
                  <a:pt x="2067590" y="558124"/>
                </a:lnTo>
                <a:lnTo>
                  <a:pt x="2101167" y="602299"/>
                </a:lnTo>
                <a:lnTo>
                  <a:pt x="2151123" y="629759"/>
                </a:lnTo>
                <a:lnTo>
                  <a:pt x="2190538" y="637939"/>
                </a:lnTo>
                <a:lnTo>
                  <a:pt x="2211751" y="638961"/>
                </a:lnTo>
                <a:lnTo>
                  <a:pt x="2230919" y="638218"/>
                </a:lnTo>
                <a:lnTo>
                  <a:pt x="2279276" y="627063"/>
                </a:lnTo>
                <a:lnTo>
                  <a:pt x="2314582" y="606370"/>
                </a:lnTo>
                <a:lnTo>
                  <a:pt x="2341897" y="575898"/>
                </a:lnTo>
                <a:lnTo>
                  <a:pt x="2222460" y="575898"/>
                </a:lnTo>
                <a:lnTo>
                  <a:pt x="2202399" y="574746"/>
                </a:lnTo>
                <a:lnTo>
                  <a:pt x="2153150" y="557455"/>
                </a:lnTo>
                <a:lnTo>
                  <a:pt x="2127772" y="519305"/>
                </a:lnTo>
                <a:lnTo>
                  <a:pt x="2126080" y="502126"/>
                </a:lnTo>
                <a:lnTo>
                  <a:pt x="2126972" y="489446"/>
                </a:lnTo>
                <a:lnTo>
                  <a:pt x="2148204" y="452505"/>
                </a:lnTo>
                <a:lnTo>
                  <a:pt x="2190556" y="432649"/>
                </a:lnTo>
                <a:lnTo>
                  <a:pt x="2229599" y="424784"/>
                </a:lnTo>
                <a:lnTo>
                  <a:pt x="2259048" y="421215"/>
                </a:lnTo>
                <a:lnTo>
                  <a:pt x="2287215" y="417310"/>
                </a:lnTo>
                <a:lnTo>
                  <a:pt x="2331333" y="408424"/>
                </a:lnTo>
                <a:lnTo>
                  <a:pt x="2350966" y="398607"/>
                </a:lnTo>
                <a:lnTo>
                  <a:pt x="2421169" y="398607"/>
                </a:lnTo>
                <a:lnTo>
                  <a:pt x="2421169" y="327215"/>
                </a:lnTo>
                <a:lnTo>
                  <a:pt x="2420053" y="301372"/>
                </a:lnTo>
                <a:lnTo>
                  <a:pt x="2416707" y="278281"/>
                </a:lnTo>
                <a:lnTo>
                  <a:pt x="2411129" y="257942"/>
                </a:lnTo>
                <a:lnTo>
                  <a:pt x="2403320" y="240354"/>
                </a:lnTo>
                <a:lnTo>
                  <a:pt x="2395134" y="227265"/>
                </a:lnTo>
                <a:close/>
              </a:path>
              <a:path w="2421254" h="800100">
                <a:moveTo>
                  <a:pt x="2421169" y="566379"/>
                </a:moveTo>
                <a:lnTo>
                  <a:pt x="2350966" y="566379"/>
                </a:lnTo>
                <a:lnTo>
                  <a:pt x="2350966" y="628253"/>
                </a:lnTo>
                <a:lnTo>
                  <a:pt x="2421169" y="628253"/>
                </a:lnTo>
                <a:lnTo>
                  <a:pt x="2421169" y="566379"/>
                </a:lnTo>
                <a:close/>
              </a:path>
              <a:path w="2421254" h="800100">
                <a:moveTo>
                  <a:pt x="2421169" y="398607"/>
                </a:moveTo>
                <a:lnTo>
                  <a:pt x="2350966" y="398607"/>
                </a:lnTo>
                <a:lnTo>
                  <a:pt x="2350956" y="463009"/>
                </a:lnTo>
                <a:lnTo>
                  <a:pt x="2350036" y="476971"/>
                </a:lnTo>
                <a:lnTo>
                  <a:pt x="2336093" y="517297"/>
                </a:lnTo>
                <a:lnTo>
                  <a:pt x="2306197" y="550762"/>
                </a:lnTo>
                <a:lnTo>
                  <a:pt x="2260833" y="571808"/>
                </a:lnTo>
                <a:lnTo>
                  <a:pt x="2222460" y="575898"/>
                </a:lnTo>
                <a:lnTo>
                  <a:pt x="2341897" y="575898"/>
                </a:lnTo>
                <a:lnTo>
                  <a:pt x="2343232" y="573946"/>
                </a:lnTo>
                <a:lnTo>
                  <a:pt x="2347397" y="566379"/>
                </a:lnTo>
                <a:lnTo>
                  <a:pt x="2421169" y="566379"/>
                </a:lnTo>
                <a:lnTo>
                  <a:pt x="2421169" y="398607"/>
                </a:lnTo>
                <a:close/>
              </a:path>
              <a:path w="2421254" h="800100">
                <a:moveTo>
                  <a:pt x="2252207" y="165392"/>
                </a:moveTo>
                <a:lnTo>
                  <a:pt x="2199778" y="170746"/>
                </a:lnTo>
                <a:lnTo>
                  <a:pt x="2147944" y="187702"/>
                </a:lnTo>
                <a:lnTo>
                  <a:pt x="2102431" y="220386"/>
                </a:lnTo>
                <a:lnTo>
                  <a:pt x="2078634" y="252810"/>
                </a:lnTo>
                <a:lnTo>
                  <a:pt x="2068966" y="272480"/>
                </a:lnTo>
                <a:lnTo>
                  <a:pt x="2135599" y="296278"/>
                </a:lnTo>
                <a:lnTo>
                  <a:pt x="2142459" y="283970"/>
                </a:lnTo>
                <a:lnTo>
                  <a:pt x="2151439" y="272034"/>
                </a:lnTo>
                <a:lnTo>
                  <a:pt x="2191393" y="239647"/>
                </a:lnTo>
                <a:lnTo>
                  <a:pt x="2230807" y="228641"/>
                </a:lnTo>
                <a:lnTo>
                  <a:pt x="2254586" y="227265"/>
                </a:lnTo>
                <a:lnTo>
                  <a:pt x="2395134" y="227265"/>
                </a:lnTo>
                <a:lnTo>
                  <a:pt x="2393820" y="225164"/>
                </a:lnTo>
                <a:lnTo>
                  <a:pt x="2358403" y="191867"/>
                </a:lnTo>
                <a:lnTo>
                  <a:pt x="2317073" y="173963"/>
                </a:lnTo>
                <a:lnTo>
                  <a:pt x="2275855" y="166731"/>
                </a:lnTo>
                <a:lnTo>
                  <a:pt x="2263622" y="165727"/>
                </a:lnTo>
                <a:lnTo>
                  <a:pt x="2252207" y="16539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46885" y="3245974"/>
            <a:ext cx="7184574" cy="638961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6123088" y="6240647"/>
            <a:ext cx="2903855" cy="638175"/>
          </a:xfrm>
          <a:custGeom>
            <a:avLst/>
            <a:gdLst/>
            <a:ahLst/>
            <a:cxnLst/>
            <a:rect l="l" t="t" r="r" b="b"/>
            <a:pathLst>
              <a:path w="2903854" h="638175">
                <a:moveTo>
                  <a:pt x="84481" y="171341"/>
                </a:moveTo>
                <a:lnTo>
                  <a:pt x="14278" y="171341"/>
                </a:lnTo>
                <a:lnTo>
                  <a:pt x="14278" y="628253"/>
                </a:lnTo>
                <a:lnTo>
                  <a:pt x="84481" y="628253"/>
                </a:lnTo>
                <a:lnTo>
                  <a:pt x="84481" y="171341"/>
                </a:lnTo>
                <a:close/>
              </a:path>
              <a:path w="2903854" h="638175">
                <a:moveTo>
                  <a:pt x="49974" y="0"/>
                </a:moveTo>
                <a:lnTo>
                  <a:pt x="8198" y="21324"/>
                </a:lnTo>
                <a:lnTo>
                  <a:pt x="0" y="47594"/>
                </a:lnTo>
                <a:lnTo>
                  <a:pt x="910" y="57058"/>
                </a:lnTo>
                <a:lnTo>
                  <a:pt x="30862" y="91694"/>
                </a:lnTo>
                <a:lnTo>
                  <a:pt x="49974" y="95189"/>
                </a:lnTo>
                <a:lnTo>
                  <a:pt x="59865" y="94316"/>
                </a:lnTo>
                <a:lnTo>
                  <a:pt x="96231" y="65814"/>
                </a:lnTo>
                <a:lnTo>
                  <a:pt x="99949" y="47594"/>
                </a:lnTo>
                <a:lnTo>
                  <a:pt x="99019" y="38131"/>
                </a:lnTo>
                <a:lnTo>
                  <a:pt x="69012" y="3495"/>
                </a:lnTo>
                <a:lnTo>
                  <a:pt x="49974" y="0"/>
                </a:lnTo>
                <a:close/>
              </a:path>
              <a:path w="2903854" h="638175">
                <a:moveTo>
                  <a:pt x="633562" y="171341"/>
                </a:moveTo>
                <a:lnTo>
                  <a:pt x="292069" y="171341"/>
                </a:lnTo>
                <a:lnTo>
                  <a:pt x="292069" y="236784"/>
                </a:lnTo>
                <a:lnTo>
                  <a:pt x="543132" y="236784"/>
                </a:lnTo>
                <a:lnTo>
                  <a:pt x="543132" y="241544"/>
                </a:lnTo>
                <a:lnTo>
                  <a:pt x="283740" y="574708"/>
                </a:lnTo>
                <a:lnTo>
                  <a:pt x="283740" y="628253"/>
                </a:lnTo>
                <a:lnTo>
                  <a:pt x="641892" y="628253"/>
                </a:lnTo>
                <a:lnTo>
                  <a:pt x="641892" y="562810"/>
                </a:lnTo>
                <a:lnTo>
                  <a:pt x="381309" y="562810"/>
                </a:lnTo>
                <a:lnTo>
                  <a:pt x="381309" y="558050"/>
                </a:lnTo>
                <a:lnTo>
                  <a:pt x="633562" y="227265"/>
                </a:lnTo>
                <a:lnTo>
                  <a:pt x="633562" y="171341"/>
                </a:lnTo>
                <a:close/>
              </a:path>
              <a:path w="2903854" h="638175">
                <a:moveTo>
                  <a:pt x="994421" y="165392"/>
                </a:moveTo>
                <a:lnTo>
                  <a:pt x="940133" y="172606"/>
                </a:lnTo>
                <a:lnTo>
                  <a:pt x="892687" y="194246"/>
                </a:lnTo>
                <a:lnTo>
                  <a:pt x="853496" y="229124"/>
                </a:lnTo>
                <a:lnTo>
                  <a:pt x="823972" y="276050"/>
                </a:lnTo>
                <a:lnTo>
                  <a:pt x="805455" y="333759"/>
                </a:lnTo>
                <a:lnTo>
                  <a:pt x="799282" y="400987"/>
                </a:lnTo>
                <a:lnTo>
                  <a:pt x="800825" y="436069"/>
                </a:lnTo>
                <a:lnTo>
                  <a:pt x="813170" y="498984"/>
                </a:lnTo>
                <a:lnTo>
                  <a:pt x="837507" y="551803"/>
                </a:lnTo>
                <a:lnTo>
                  <a:pt x="871716" y="592854"/>
                </a:lnTo>
                <a:lnTo>
                  <a:pt x="915090" y="621541"/>
                </a:lnTo>
                <a:lnTo>
                  <a:pt x="965511" y="635968"/>
                </a:lnTo>
                <a:lnTo>
                  <a:pt x="993231" y="637772"/>
                </a:lnTo>
                <a:lnTo>
                  <a:pt x="1014147" y="636861"/>
                </a:lnTo>
                <a:lnTo>
                  <a:pt x="1063731" y="623196"/>
                </a:lnTo>
                <a:lnTo>
                  <a:pt x="1096583" y="598710"/>
                </a:lnTo>
                <a:lnTo>
                  <a:pt x="1115324" y="574708"/>
                </a:lnTo>
                <a:lnTo>
                  <a:pt x="1002750" y="574708"/>
                </a:lnTo>
                <a:lnTo>
                  <a:pt x="981630" y="573258"/>
                </a:lnTo>
                <a:lnTo>
                  <a:pt x="944744" y="561657"/>
                </a:lnTo>
                <a:lnTo>
                  <a:pt x="903098" y="523990"/>
                </a:lnTo>
                <a:lnTo>
                  <a:pt x="884358" y="488443"/>
                </a:lnTo>
                <a:lnTo>
                  <a:pt x="873203" y="446351"/>
                </a:lnTo>
                <a:lnTo>
                  <a:pt x="869485" y="399797"/>
                </a:lnTo>
                <a:lnTo>
                  <a:pt x="870396" y="376297"/>
                </a:lnTo>
                <a:lnTo>
                  <a:pt x="877684" y="332867"/>
                </a:lnTo>
                <a:lnTo>
                  <a:pt x="892408" y="294475"/>
                </a:lnTo>
                <a:lnTo>
                  <a:pt x="928383" y="251360"/>
                </a:lnTo>
                <a:lnTo>
                  <a:pt x="981370" y="229887"/>
                </a:lnTo>
                <a:lnTo>
                  <a:pt x="1002750" y="228455"/>
                </a:lnTo>
                <a:lnTo>
                  <a:pt x="1115794" y="228455"/>
                </a:lnTo>
                <a:lnTo>
                  <a:pt x="1111382" y="222394"/>
                </a:lnTo>
                <a:lnTo>
                  <a:pt x="1077229" y="187814"/>
                </a:lnTo>
                <a:lnTo>
                  <a:pt x="1034356" y="169110"/>
                </a:lnTo>
                <a:lnTo>
                  <a:pt x="1015560" y="166321"/>
                </a:lnTo>
                <a:lnTo>
                  <a:pt x="994421" y="165392"/>
                </a:lnTo>
                <a:close/>
              </a:path>
              <a:path w="2903854" h="638175">
                <a:moveTo>
                  <a:pt x="1202649" y="558050"/>
                </a:moveTo>
                <a:lnTo>
                  <a:pt x="1134826" y="558050"/>
                </a:lnTo>
                <a:lnTo>
                  <a:pt x="1134826" y="628253"/>
                </a:lnTo>
                <a:lnTo>
                  <a:pt x="1202649" y="628253"/>
                </a:lnTo>
                <a:lnTo>
                  <a:pt x="1202649" y="558050"/>
                </a:lnTo>
                <a:close/>
              </a:path>
              <a:path w="2903854" h="638175">
                <a:moveTo>
                  <a:pt x="1115794" y="228455"/>
                </a:moveTo>
                <a:lnTo>
                  <a:pt x="1002750" y="228455"/>
                </a:lnTo>
                <a:lnTo>
                  <a:pt x="1023313" y="229812"/>
                </a:lnTo>
                <a:lnTo>
                  <a:pt x="1042165" y="233884"/>
                </a:lnTo>
                <a:lnTo>
                  <a:pt x="1088421" y="261958"/>
                </a:lnTo>
                <a:lnTo>
                  <a:pt x="1118763" y="310259"/>
                </a:lnTo>
                <a:lnTo>
                  <a:pt x="1129918" y="351830"/>
                </a:lnTo>
                <a:lnTo>
                  <a:pt x="1133636" y="399797"/>
                </a:lnTo>
                <a:lnTo>
                  <a:pt x="1132688" y="424914"/>
                </a:lnTo>
                <a:lnTo>
                  <a:pt x="1125103" y="470576"/>
                </a:lnTo>
                <a:lnTo>
                  <a:pt x="1110006" y="509693"/>
                </a:lnTo>
                <a:lnTo>
                  <a:pt x="1074143" y="552696"/>
                </a:lnTo>
                <a:lnTo>
                  <a:pt x="1023053" y="573332"/>
                </a:lnTo>
                <a:lnTo>
                  <a:pt x="1002750" y="574708"/>
                </a:lnTo>
                <a:lnTo>
                  <a:pt x="1115324" y="574708"/>
                </a:lnTo>
                <a:lnTo>
                  <a:pt x="1117127" y="572180"/>
                </a:lnTo>
                <a:lnTo>
                  <a:pt x="1122221" y="564706"/>
                </a:lnTo>
                <a:lnTo>
                  <a:pt x="1126497" y="558050"/>
                </a:lnTo>
                <a:lnTo>
                  <a:pt x="1202649" y="558050"/>
                </a:lnTo>
                <a:lnTo>
                  <a:pt x="1202649" y="243924"/>
                </a:lnTo>
                <a:lnTo>
                  <a:pt x="1126497" y="243924"/>
                </a:lnTo>
                <a:lnTo>
                  <a:pt x="1122240" y="237565"/>
                </a:lnTo>
                <a:lnTo>
                  <a:pt x="1116782" y="229812"/>
                </a:lnTo>
                <a:lnTo>
                  <a:pt x="1115794" y="228455"/>
                </a:lnTo>
                <a:close/>
              </a:path>
              <a:path w="2903854" h="638175">
                <a:moveTo>
                  <a:pt x="1202649" y="19037"/>
                </a:moveTo>
                <a:lnTo>
                  <a:pt x="1132447" y="19037"/>
                </a:lnTo>
                <a:lnTo>
                  <a:pt x="1132447" y="243924"/>
                </a:lnTo>
                <a:lnTo>
                  <a:pt x="1202649" y="243924"/>
                </a:lnTo>
                <a:lnTo>
                  <a:pt x="1202649" y="19037"/>
                </a:lnTo>
                <a:close/>
              </a:path>
              <a:path w="2903854" h="638175">
                <a:moveTo>
                  <a:pt x="1609169" y="165392"/>
                </a:moveTo>
                <a:lnTo>
                  <a:pt x="1551163" y="172977"/>
                </a:lnTo>
                <a:lnTo>
                  <a:pt x="1500891" y="195734"/>
                </a:lnTo>
                <a:lnTo>
                  <a:pt x="1459840" y="231727"/>
                </a:lnTo>
                <a:lnTo>
                  <a:pt x="1428903" y="279620"/>
                </a:lnTo>
                <a:lnTo>
                  <a:pt x="1409717" y="337329"/>
                </a:lnTo>
                <a:lnTo>
                  <a:pt x="1403321" y="403367"/>
                </a:lnTo>
                <a:lnTo>
                  <a:pt x="1404920" y="437390"/>
                </a:lnTo>
                <a:lnTo>
                  <a:pt x="1417711" y="498965"/>
                </a:lnTo>
                <a:lnTo>
                  <a:pt x="1443201" y="551394"/>
                </a:lnTo>
                <a:lnTo>
                  <a:pt x="1479938" y="592445"/>
                </a:lnTo>
                <a:lnTo>
                  <a:pt x="1527458" y="621374"/>
                </a:lnTo>
                <a:lnTo>
                  <a:pt x="1584424" y="635950"/>
                </a:lnTo>
                <a:lnTo>
                  <a:pt x="1616309" y="637772"/>
                </a:lnTo>
                <a:lnTo>
                  <a:pt x="1638935" y="636879"/>
                </a:lnTo>
                <a:lnTo>
                  <a:pt x="1680729" y="629740"/>
                </a:lnTo>
                <a:lnTo>
                  <a:pt x="1717745" y="615499"/>
                </a:lnTo>
                <a:lnTo>
                  <a:pt x="1762365" y="583037"/>
                </a:lnTo>
                <a:lnTo>
                  <a:pt x="1769545" y="574708"/>
                </a:lnTo>
                <a:lnTo>
                  <a:pt x="1616309" y="574708"/>
                </a:lnTo>
                <a:lnTo>
                  <a:pt x="1595690" y="573556"/>
                </a:lnTo>
                <a:lnTo>
                  <a:pt x="1558358" y="564334"/>
                </a:lnTo>
                <a:lnTo>
                  <a:pt x="1513013" y="533286"/>
                </a:lnTo>
                <a:lnTo>
                  <a:pt x="1491372" y="501829"/>
                </a:lnTo>
                <a:lnTo>
                  <a:pt x="1477986" y="461893"/>
                </a:lnTo>
                <a:lnTo>
                  <a:pt x="1473950" y="423594"/>
                </a:lnTo>
                <a:lnTo>
                  <a:pt x="1453296" y="423594"/>
                </a:lnTo>
                <a:lnTo>
                  <a:pt x="1453296" y="362911"/>
                </a:lnTo>
                <a:lnTo>
                  <a:pt x="1474113" y="362911"/>
                </a:lnTo>
                <a:lnTo>
                  <a:pt x="1474546" y="355028"/>
                </a:lnTo>
                <a:lnTo>
                  <a:pt x="1489885" y="302822"/>
                </a:lnTo>
                <a:lnTo>
                  <a:pt x="1522290" y="260321"/>
                </a:lnTo>
                <a:lnTo>
                  <a:pt x="1570052" y="233661"/>
                </a:lnTo>
                <a:lnTo>
                  <a:pt x="1609169" y="228455"/>
                </a:lnTo>
                <a:lnTo>
                  <a:pt x="1754859" y="228455"/>
                </a:lnTo>
                <a:lnTo>
                  <a:pt x="1743030" y="215962"/>
                </a:lnTo>
                <a:lnTo>
                  <a:pt x="1696681" y="184170"/>
                </a:lnTo>
                <a:lnTo>
                  <a:pt x="1644642" y="168367"/>
                </a:lnTo>
                <a:lnTo>
                  <a:pt x="1626962" y="166136"/>
                </a:lnTo>
                <a:lnTo>
                  <a:pt x="1609169" y="165392"/>
                </a:lnTo>
                <a:close/>
              </a:path>
              <a:path w="2903854" h="638175">
                <a:moveTo>
                  <a:pt x="1730536" y="503316"/>
                </a:moveTo>
                <a:lnTo>
                  <a:pt x="1705252" y="543177"/>
                </a:lnTo>
                <a:lnTo>
                  <a:pt x="1666283" y="566974"/>
                </a:lnTo>
                <a:lnTo>
                  <a:pt x="1616309" y="574708"/>
                </a:lnTo>
                <a:lnTo>
                  <a:pt x="1769545" y="574708"/>
                </a:lnTo>
                <a:lnTo>
                  <a:pt x="1774097" y="569428"/>
                </a:lnTo>
                <a:lnTo>
                  <a:pt x="1784006" y="554778"/>
                </a:lnTo>
                <a:lnTo>
                  <a:pt x="1792094" y="539086"/>
                </a:lnTo>
                <a:lnTo>
                  <a:pt x="1798359" y="522354"/>
                </a:lnTo>
                <a:lnTo>
                  <a:pt x="1730536" y="503316"/>
                </a:lnTo>
                <a:close/>
              </a:path>
              <a:path w="2903854" h="638175">
                <a:moveTo>
                  <a:pt x="1474113" y="362911"/>
                </a:moveTo>
                <a:lnTo>
                  <a:pt x="1453296" y="362911"/>
                </a:lnTo>
                <a:lnTo>
                  <a:pt x="1453296" y="423594"/>
                </a:lnTo>
                <a:lnTo>
                  <a:pt x="1473950" y="423594"/>
                </a:lnTo>
                <a:lnTo>
                  <a:pt x="1473524" y="414075"/>
                </a:lnTo>
                <a:lnTo>
                  <a:pt x="1473524" y="373620"/>
                </a:lnTo>
                <a:lnTo>
                  <a:pt x="1474113" y="362911"/>
                </a:lnTo>
                <a:close/>
              </a:path>
              <a:path w="2903854" h="638175">
                <a:moveTo>
                  <a:pt x="1754859" y="228455"/>
                </a:moveTo>
                <a:lnTo>
                  <a:pt x="1609169" y="228455"/>
                </a:lnTo>
                <a:lnTo>
                  <a:pt x="1627575" y="229552"/>
                </a:lnTo>
                <a:lnTo>
                  <a:pt x="1644717" y="232843"/>
                </a:lnTo>
                <a:lnTo>
                  <a:pt x="1688519" y="255581"/>
                </a:lnTo>
                <a:lnTo>
                  <a:pt x="1718638" y="293898"/>
                </a:lnTo>
                <a:lnTo>
                  <a:pt x="1733139" y="344096"/>
                </a:lnTo>
                <a:lnTo>
                  <a:pt x="1734106" y="362911"/>
                </a:lnTo>
                <a:lnTo>
                  <a:pt x="1474113" y="362911"/>
                </a:lnTo>
                <a:lnTo>
                  <a:pt x="1473524" y="373620"/>
                </a:lnTo>
                <a:lnTo>
                  <a:pt x="1473524" y="414075"/>
                </a:lnTo>
                <a:lnTo>
                  <a:pt x="1473950" y="423594"/>
                </a:lnTo>
                <a:lnTo>
                  <a:pt x="1805498" y="423594"/>
                </a:lnTo>
                <a:lnTo>
                  <a:pt x="1805498" y="393848"/>
                </a:lnTo>
                <a:lnTo>
                  <a:pt x="1801260" y="334949"/>
                </a:lnTo>
                <a:lnTo>
                  <a:pt x="1788543" y="286164"/>
                </a:lnTo>
                <a:lnTo>
                  <a:pt x="1768687" y="246749"/>
                </a:lnTo>
                <a:lnTo>
                  <a:pt x="1756584" y="230277"/>
                </a:lnTo>
                <a:lnTo>
                  <a:pt x="1754859" y="228455"/>
                </a:lnTo>
                <a:close/>
              </a:path>
              <a:path w="2903854" h="638175">
                <a:moveTo>
                  <a:pt x="2066259" y="19037"/>
                </a:moveTo>
                <a:lnTo>
                  <a:pt x="1996057" y="19037"/>
                </a:lnTo>
                <a:lnTo>
                  <a:pt x="1996057" y="628253"/>
                </a:lnTo>
                <a:lnTo>
                  <a:pt x="2066259" y="628253"/>
                </a:lnTo>
                <a:lnTo>
                  <a:pt x="2066259" y="19037"/>
                </a:lnTo>
                <a:close/>
              </a:path>
              <a:path w="2903854" h="638175">
                <a:moveTo>
                  <a:pt x="2348810" y="19037"/>
                </a:moveTo>
                <a:lnTo>
                  <a:pt x="2278607" y="19037"/>
                </a:lnTo>
                <a:lnTo>
                  <a:pt x="2278607" y="628253"/>
                </a:lnTo>
                <a:lnTo>
                  <a:pt x="2348810" y="628253"/>
                </a:lnTo>
                <a:lnTo>
                  <a:pt x="2348810" y="461670"/>
                </a:lnTo>
                <a:lnTo>
                  <a:pt x="2344050" y="461670"/>
                </a:lnTo>
                <a:lnTo>
                  <a:pt x="2342860" y="374810"/>
                </a:lnTo>
                <a:lnTo>
                  <a:pt x="2348810" y="374810"/>
                </a:lnTo>
                <a:lnTo>
                  <a:pt x="2348810" y="19037"/>
                </a:lnTo>
                <a:close/>
              </a:path>
              <a:path w="2903854" h="638175">
                <a:moveTo>
                  <a:pt x="2450850" y="366546"/>
                </a:moveTo>
                <a:lnTo>
                  <a:pt x="2430911" y="386708"/>
                </a:lnTo>
                <a:lnTo>
                  <a:pt x="2424961" y="386708"/>
                </a:lnTo>
                <a:lnTo>
                  <a:pt x="2397979" y="411707"/>
                </a:lnTo>
                <a:lnTo>
                  <a:pt x="2568936" y="628253"/>
                </a:lnTo>
                <a:lnTo>
                  <a:pt x="2658176" y="628253"/>
                </a:lnTo>
                <a:lnTo>
                  <a:pt x="2450850" y="366546"/>
                </a:lnTo>
                <a:close/>
              </a:path>
              <a:path w="2903854" h="638175">
                <a:moveTo>
                  <a:pt x="2348810" y="374810"/>
                </a:moveTo>
                <a:lnTo>
                  <a:pt x="2342860" y="374810"/>
                </a:lnTo>
                <a:lnTo>
                  <a:pt x="2344050" y="461670"/>
                </a:lnTo>
                <a:lnTo>
                  <a:pt x="2348810" y="457261"/>
                </a:lnTo>
                <a:lnTo>
                  <a:pt x="2348810" y="374810"/>
                </a:lnTo>
                <a:close/>
              </a:path>
              <a:path w="2903854" h="638175">
                <a:moveTo>
                  <a:pt x="2348810" y="457261"/>
                </a:moveTo>
                <a:lnTo>
                  <a:pt x="2344050" y="461670"/>
                </a:lnTo>
                <a:lnTo>
                  <a:pt x="2348810" y="461670"/>
                </a:lnTo>
                <a:lnTo>
                  <a:pt x="2348810" y="457261"/>
                </a:lnTo>
                <a:close/>
              </a:path>
              <a:path w="2903854" h="638175">
                <a:moveTo>
                  <a:pt x="2643898" y="171341"/>
                </a:moveTo>
                <a:lnTo>
                  <a:pt x="2557037" y="171341"/>
                </a:lnTo>
                <a:lnTo>
                  <a:pt x="2357139" y="374810"/>
                </a:lnTo>
                <a:lnTo>
                  <a:pt x="2348810" y="374810"/>
                </a:lnTo>
                <a:lnTo>
                  <a:pt x="2348810" y="457261"/>
                </a:lnTo>
                <a:lnTo>
                  <a:pt x="2397979" y="411707"/>
                </a:lnTo>
                <a:lnTo>
                  <a:pt x="2390455" y="402177"/>
                </a:lnTo>
                <a:lnTo>
                  <a:pt x="2440430" y="353392"/>
                </a:lnTo>
                <a:lnTo>
                  <a:pt x="2463859" y="353392"/>
                </a:lnTo>
                <a:lnTo>
                  <a:pt x="2643898" y="171341"/>
                </a:lnTo>
                <a:close/>
              </a:path>
              <a:path w="2903854" h="638175">
                <a:moveTo>
                  <a:pt x="2440430" y="353392"/>
                </a:moveTo>
                <a:lnTo>
                  <a:pt x="2390455" y="402177"/>
                </a:lnTo>
                <a:lnTo>
                  <a:pt x="2397979" y="411707"/>
                </a:lnTo>
                <a:lnTo>
                  <a:pt x="2424961" y="386708"/>
                </a:lnTo>
                <a:lnTo>
                  <a:pt x="2430911" y="386708"/>
                </a:lnTo>
                <a:lnTo>
                  <a:pt x="2450850" y="366546"/>
                </a:lnTo>
                <a:lnTo>
                  <a:pt x="2440430" y="353392"/>
                </a:lnTo>
                <a:close/>
              </a:path>
              <a:path w="2903854" h="638175">
                <a:moveTo>
                  <a:pt x="2463859" y="353392"/>
                </a:moveTo>
                <a:lnTo>
                  <a:pt x="2440430" y="353392"/>
                </a:lnTo>
                <a:lnTo>
                  <a:pt x="2450850" y="366546"/>
                </a:lnTo>
                <a:lnTo>
                  <a:pt x="2463859" y="353392"/>
                </a:lnTo>
                <a:close/>
              </a:path>
              <a:path w="2903854" h="638175">
                <a:moveTo>
                  <a:pt x="2888224" y="171341"/>
                </a:moveTo>
                <a:lnTo>
                  <a:pt x="2818021" y="171341"/>
                </a:lnTo>
                <a:lnTo>
                  <a:pt x="2818021" y="628253"/>
                </a:lnTo>
                <a:lnTo>
                  <a:pt x="2888224" y="628253"/>
                </a:lnTo>
                <a:lnTo>
                  <a:pt x="2888224" y="171341"/>
                </a:lnTo>
                <a:close/>
              </a:path>
              <a:path w="2903854" h="638175">
                <a:moveTo>
                  <a:pt x="2853717" y="0"/>
                </a:moveTo>
                <a:lnTo>
                  <a:pt x="2811942" y="21324"/>
                </a:lnTo>
                <a:lnTo>
                  <a:pt x="2803743" y="47594"/>
                </a:lnTo>
                <a:lnTo>
                  <a:pt x="2804654" y="57058"/>
                </a:lnTo>
                <a:lnTo>
                  <a:pt x="2834605" y="91694"/>
                </a:lnTo>
                <a:lnTo>
                  <a:pt x="2853717" y="95189"/>
                </a:lnTo>
                <a:lnTo>
                  <a:pt x="2863608" y="94316"/>
                </a:lnTo>
                <a:lnTo>
                  <a:pt x="2899974" y="65814"/>
                </a:lnTo>
                <a:lnTo>
                  <a:pt x="2903692" y="47594"/>
                </a:lnTo>
                <a:lnTo>
                  <a:pt x="2902762" y="38131"/>
                </a:lnTo>
                <a:lnTo>
                  <a:pt x="2872755" y="3495"/>
                </a:lnTo>
                <a:lnTo>
                  <a:pt x="285371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37366" y="8071625"/>
            <a:ext cx="4658696" cy="650860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74616" y="759258"/>
            <a:ext cx="3562592" cy="313085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103232" y="1836584"/>
            <a:ext cx="11148496" cy="370392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103232" y="4307713"/>
            <a:ext cx="8127586" cy="366109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089712" y="4831257"/>
            <a:ext cx="3524486" cy="366109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089712" y="5354801"/>
            <a:ext cx="1912501" cy="366109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103232" y="7264385"/>
            <a:ext cx="4927986" cy="362227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103232" y="8990400"/>
            <a:ext cx="11144851" cy="389133"/>
          </a:xfrm>
          <a:prstGeom prst="rect">
            <a:avLst/>
          </a:prstGeom>
        </p:spPr>
      </p:pic>
      <p:sp>
        <p:nvSpPr>
          <p:cNvPr id="13" name="object 13" descr=""/>
          <p:cNvSpPr/>
          <p:nvPr/>
        </p:nvSpPr>
        <p:spPr>
          <a:xfrm>
            <a:off x="865989" y="9053508"/>
            <a:ext cx="1635125" cy="292100"/>
          </a:xfrm>
          <a:custGeom>
            <a:avLst/>
            <a:gdLst/>
            <a:ahLst/>
            <a:cxnLst/>
            <a:rect l="l" t="t" r="r" b="b"/>
            <a:pathLst>
              <a:path w="1635125" h="292100">
                <a:moveTo>
                  <a:pt x="93881" y="8091"/>
                </a:moveTo>
                <a:lnTo>
                  <a:pt x="54592" y="16390"/>
                </a:lnTo>
                <a:lnTo>
                  <a:pt x="25017" y="40931"/>
                </a:lnTo>
                <a:lnTo>
                  <a:pt x="6393" y="80450"/>
                </a:lnTo>
                <a:lnTo>
                  <a:pt x="0" y="133503"/>
                </a:lnTo>
                <a:lnTo>
                  <a:pt x="705" y="152764"/>
                </a:lnTo>
                <a:lnTo>
                  <a:pt x="11184" y="201683"/>
                </a:lnTo>
                <a:lnTo>
                  <a:pt x="33623" y="236606"/>
                </a:lnTo>
                <a:lnTo>
                  <a:pt x="66573" y="256031"/>
                </a:lnTo>
                <a:lnTo>
                  <a:pt x="93881" y="259749"/>
                </a:lnTo>
                <a:lnTo>
                  <a:pt x="108047" y="258819"/>
                </a:lnTo>
                <a:lnTo>
                  <a:pt x="144212" y="244875"/>
                </a:lnTo>
                <a:lnTo>
                  <a:pt x="165476" y="222506"/>
                </a:lnTo>
                <a:lnTo>
                  <a:pt x="93881" y="222506"/>
                </a:lnTo>
                <a:lnTo>
                  <a:pt x="86526" y="221881"/>
                </a:lnTo>
                <a:lnTo>
                  <a:pt x="53797" y="191852"/>
                </a:lnTo>
                <a:lnTo>
                  <a:pt x="44940" y="147499"/>
                </a:lnTo>
                <a:lnTo>
                  <a:pt x="44620" y="133503"/>
                </a:lnTo>
                <a:lnTo>
                  <a:pt x="45497" y="113045"/>
                </a:lnTo>
                <a:lnTo>
                  <a:pt x="57946" y="67465"/>
                </a:lnTo>
                <a:lnTo>
                  <a:pt x="93881" y="44858"/>
                </a:lnTo>
                <a:lnTo>
                  <a:pt x="165336" y="44858"/>
                </a:lnTo>
                <a:lnTo>
                  <a:pt x="162804" y="40931"/>
                </a:lnTo>
                <a:lnTo>
                  <a:pt x="133169" y="16390"/>
                </a:lnTo>
                <a:lnTo>
                  <a:pt x="108003" y="9013"/>
                </a:lnTo>
                <a:lnTo>
                  <a:pt x="93881" y="8091"/>
                </a:lnTo>
                <a:close/>
              </a:path>
              <a:path w="1635125" h="292100">
                <a:moveTo>
                  <a:pt x="165336" y="44858"/>
                </a:moveTo>
                <a:lnTo>
                  <a:pt x="93881" y="44858"/>
                </a:lnTo>
                <a:lnTo>
                  <a:pt x="101183" y="45490"/>
                </a:lnTo>
                <a:lnTo>
                  <a:pt x="107981" y="47386"/>
                </a:lnTo>
                <a:lnTo>
                  <a:pt x="133845" y="75452"/>
                </a:lnTo>
                <a:lnTo>
                  <a:pt x="142881" y="119567"/>
                </a:lnTo>
                <a:lnTo>
                  <a:pt x="143260" y="133503"/>
                </a:lnTo>
                <a:lnTo>
                  <a:pt x="142427" y="154125"/>
                </a:lnTo>
                <a:lnTo>
                  <a:pt x="129934" y="200017"/>
                </a:lnTo>
                <a:lnTo>
                  <a:pt x="93881" y="222506"/>
                </a:lnTo>
                <a:lnTo>
                  <a:pt x="165476" y="222506"/>
                </a:lnTo>
                <a:lnTo>
                  <a:pt x="181427" y="186802"/>
                </a:lnTo>
                <a:lnTo>
                  <a:pt x="187762" y="133503"/>
                </a:lnTo>
                <a:lnTo>
                  <a:pt x="187050" y="114317"/>
                </a:lnTo>
                <a:lnTo>
                  <a:pt x="184923" y="96617"/>
                </a:lnTo>
                <a:lnTo>
                  <a:pt x="181388" y="80405"/>
                </a:lnTo>
                <a:lnTo>
                  <a:pt x="176458" y="65681"/>
                </a:lnTo>
                <a:lnTo>
                  <a:pt x="170248" y="52473"/>
                </a:lnTo>
                <a:lnTo>
                  <a:pt x="165336" y="44858"/>
                </a:lnTo>
                <a:close/>
              </a:path>
              <a:path w="1635125" h="292100">
                <a:moveTo>
                  <a:pt x="360918" y="8091"/>
                </a:moveTo>
                <a:lnTo>
                  <a:pt x="321295" y="17015"/>
                </a:lnTo>
                <a:lnTo>
                  <a:pt x="291191" y="42954"/>
                </a:lnTo>
                <a:lnTo>
                  <a:pt x="272034" y="84362"/>
                </a:lnTo>
                <a:lnTo>
                  <a:pt x="265787" y="124944"/>
                </a:lnTo>
                <a:lnTo>
                  <a:pt x="265439" y="142665"/>
                </a:lnTo>
                <a:lnTo>
                  <a:pt x="265810" y="156267"/>
                </a:lnTo>
                <a:lnTo>
                  <a:pt x="273105" y="196448"/>
                </a:lnTo>
                <a:lnTo>
                  <a:pt x="294285" y="232739"/>
                </a:lnTo>
                <a:lnTo>
                  <a:pt x="332651" y="254982"/>
                </a:lnTo>
                <a:lnTo>
                  <a:pt x="358419" y="258440"/>
                </a:lnTo>
                <a:lnTo>
                  <a:pt x="371158" y="257808"/>
                </a:lnTo>
                <a:lnTo>
                  <a:pt x="413800" y="241633"/>
                </a:lnTo>
                <a:lnTo>
                  <a:pt x="431836" y="222744"/>
                </a:lnTo>
                <a:lnTo>
                  <a:pt x="349535" y="222744"/>
                </a:lnTo>
                <a:lnTo>
                  <a:pt x="341801" y="220602"/>
                </a:lnTo>
                <a:lnTo>
                  <a:pt x="315028" y="192045"/>
                </a:lnTo>
                <a:lnTo>
                  <a:pt x="313045" y="169318"/>
                </a:lnTo>
                <a:lnTo>
                  <a:pt x="314235" y="163290"/>
                </a:lnTo>
                <a:lnTo>
                  <a:pt x="316536" y="157658"/>
                </a:lnTo>
                <a:lnTo>
                  <a:pt x="318915" y="151946"/>
                </a:lnTo>
                <a:lnTo>
                  <a:pt x="322168" y="146949"/>
                </a:lnTo>
                <a:lnTo>
                  <a:pt x="326293" y="142665"/>
                </a:lnTo>
                <a:lnTo>
                  <a:pt x="330417" y="138302"/>
                </a:lnTo>
                <a:lnTo>
                  <a:pt x="335256" y="134891"/>
                </a:lnTo>
                <a:lnTo>
                  <a:pt x="346362" y="129973"/>
                </a:lnTo>
                <a:lnTo>
                  <a:pt x="352351" y="128744"/>
                </a:lnTo>
                <a:lnTo>
                  <a:pt x="308206" y="128744"/>
                </a:lnTo>
                <a:lnTo>
                  <a:pt x="315948" y="80331"/>
                </a:lnTo>
                <a:lnTo>
                  <a:pt x="348974" y="47661"/>
                </a:lnTo>
                <a:lnTo>
                  <a:pt x="360918" y="46286"/>
                </a:lnTo>
                <a:lnTo>
                  <a:pt x="433116" y="46286"/>
                </a:lnTo>
                <a:lnTo>
                  <a:pt x="430406" y="41883"/>
                </a:lnTo>
                <a:lnTo>
                  <a:pt x="392420" y="13177"/>
                </a:lnTo>
                <a:lnTo>
                  <a:pt x="372073" y="8656"/>
                </a:lnTo>
                <a:lnTo>
                  <a:pt x="360918" y="8091"/>
                </a:lnTo>
                <a:close/>
              </a:path>
              <a:path w="1635125" h="292100">
                <a:moveTo>
                  <a:pt x="370794" y="95070"/>
                </a:moveTo>
                <a:lnTo>
                  <a:pt x="362068" y="95070"/>
                </a:lnTo>
                <a:lnTo>
                  <a:pt x="353779" y="96459"/>
                </a:lnTo>
                <a:lnTo>
                  <a:pt x="318796" y="115774"/>
                </a:lnTo>
                <a:lnTo>
                  <a:pt x="309872" y="128744"/>
                </a:lnTo>
                <a:lnTo>
                  <a:pt x="367422" y="128744"/>
                </a:lnTo>
                <a:lnTo>
                  <a:pt x="375117" y="130806"/>
                </a:lnTo>
                <a:lnTo>
                  <a:pt x="388602" y="139056"/>
                </a:lnTo>
                <a:lnTo>
                  <a:pt x="393877" y="144648"/>
                </a:lnTo>
                <a:lnTo>
                  <a:pt x="397685" y="151708"/>
                </a:lnTo>
                <a:lnTo>
                  <a:pt x="401572" y="158768"/>
                </a:lnTo>
                <a:lnTo>
                  <a:pt x="403476" y="166661"/>
                </a:lnTo>
                <a:lnTo>
                  <a:pt x="403443" y="184408"/>
                </a:lnTo>
                <a:lnTo>
                  <a:pt x="401532" y="192283"/>
                </a:lnTo>
                <a:lnTo>
                  <a:pt x="393600" y="206562"/>
                </a:lnTo>
                <a:lnTo>
                  <a:pt x="388206" y="212233"/>
                </a:lnTo>
                <a:lnTo>
                  <a:pt x="374562" y="220642"/>
                </a:lnTo>
                <a:lnTo>
                  <a:pt x="366828" y="222744"/>
                </a:lnTo>
                <a:lnTo>
                  <a:pt x="431836" y="222744"/>
                </a:lnTo>
                <a:lnTo>
                  <a:pt x="445592" y="186148"/>
                </a:lnTo>
                <a:lnTo>
                  <a:pt x="446232" y="174435"/>
                </a:lnTo>
                <a:lnTo>
                  <a:pt x="445659" y="163220"/>
                </a:lnTo>
                <a:lnTo>
                  <a:pt x="430862" y="124944"/>
                </a:lnTo>
                <a:lnTo>
                  <a:pt x="400444" y="100826"/>
                </a:lnTo>
                <a:lnTo>
                  <a:pt x="381227" y="95710"/>
                </a:lnTo>
                <a:lnTo>
                  <a:pt x="370794" y="95070"/>
                </a:lnTo>
                <a:close/>
              </a:path>
              <a:path w="1635125" h="292100">
                <a:moveTo>
                  <a:pt x="433116" y="46286"/>
                </a:moveTo>
                <a:lnTo>
                  <a:pt x="360918" y="46286"/>
                </a:lnTo>
                <a:lnTo>
                  <a:pt x="368429" y="46814"/>
                </a:lnTo>
                <a:lnTo>
                  <a:pt x="375256" y="48398"/>
                </a:lnTo>
                <a:lnTo>
                  <a:pt x="400541" y="77103"/>
                </a:lnTo>
                <a:lnTo>
                  <a:pt x="443971" y="77103"/>
                </a:lnTo>
                <a:lnTo>
                  <a:pt x="442142" y="67540"/>
                </a:lnTo>
                <a:lnTo>
                  <a:pt x="439271" y="58482"/>
                </a:lnTo>
                <a:lnTo>
                  <a:pt x="435359" y="49930"/>
                </a:lnTo>
                <a:lnTo>
                  <a:pt x="433116" y="46286"/>
                </a:lnTo>
                <a:close/>
              </a:path>
              <a:path w="1635125" h="292100">
                <a:moveTo>
                  <a:pt x="628282" y="0"/>
                </a:moveTo>
                <a:lnTo>
                  <a:pt x="590563" y="0"/>
                </a:lnTo>
                <a:lnTo>
                  <a:pt x="512032" y="291756"/>
                </a:lnTo>
                <a:lnTo>
                  <a:pt x="549751" y="291756"/>
                </a:lnTo>
                <a:lnTo>
                  <a:pt x="628282" y="0"/>
                </a:lnTo>
                <a:close/>
              </a:path>
              <a:path w="1635125" h="292100">
                <a:moveTo>
                  <a:pt x="851042" y="43906"/>
                </a:moveTo>
                <a:lnTo>
                  <a:pt x="785504" y="43906"/>
                </a:lnTo>
                <a:lnTo>
                  <a:pt x="792445" y="45413"/>
                </a:lnTo>
                <a:lnTo>
                  <a:pt x="804661" y="51442"/>
                </a:lnTo>
                <a:lnTo>
                  <a:pt x="809460" y="55725"/>
                </a:lnTo>
                <a:lnTo>
                  <a:pt x="813937" y="62825"/>
                </a:lnTo>
                <a:lnTo>
                  <a:pt x="816441" y="66751"/>
                </a:lnTo>
                <a:lnTo>
                  <a:pt x="818134" y="73140"/>
                </a:lnTo>
                <a:lnTo>
                  <a:pt x="818186" y="87772"/>
                </a:lnTo>
                <a:lnTo>
                  <a:pt x="816838" y="94118"/>
                </a:lnTo>
                <a:lnTo>
                  <a:pt x="792901" y="128714"/>
                </a:lnTo>
                <a:lnTo>
                  <a:pt x="697176" y="223220"/>
                </a:lnTo>
                <a:lnTo>
                  <a:pt x="697176" y="255108"/>
                </a:lnTo>
                <a:lnTo>
                  <a:pt x="864234" y="255108"/>
                </a:lnTo>
                <a:lnTo>
                  <a:pt x="864234" y="218222"/>
                </a:lnTo>
                <a:lnTo>
                  <a:pt x="758098" y="218222"/>
                </a:lnTo>
                <a:lnTo>
                  <a:pt x="758098" y="216556"/>
                </a:lnTo>
                <a:lnTo>
                  <a:pt x="800100" y="173840"/>
                </a:lnTo>
                <a:lnTo>
                  <a:pt x="811277" y="162841"/>
                </a:lnTo>
                <a:lnTo>
                  <a:pt x="821131" y="152690"/>
                </a:lnTo>
                <a:lnTo>
                  <a:pt x="848082" y="119582"/>
                </a:lnTo>
                <a:lnTo>
                  <a:pt x="860546" y="78769"/>
                </a:lnTo>
                <a:lnTo>
                  <a:pt x="859899" y="68819"/>
                </a:lnTo>
                <a:lnTo>
                  <a:pt x="857958" y="59434"/>
                </a:lnTo>
                <a:lnTo>
                  <a:pt x="854723" y="50614"/>
                </a:lnTo>
                <a:lnTo>
                  <a:pt x="851042" y="43906"/>
                </a:lnTo>
                <a:close/>
              </a:path>
              <a:path w="1635125" h="292100">
                <a:moveTo>
                  <a:pt x="778325" y="8091"/>
                </a:moveTo>
                <a:lnTo>
                  <a:pt x="735490" y="17491"/>
                </a:lnTo>
                <a:lnTo>
                  <a:pt x="706338" y="44025"/>
                </a:lnTo>
                <a:lnTo>
                  <a:pt x="695748" y="84362"/>
                </a:lnTo>
                <a:lnTo>
                  <a:pt x="737751" y="84362"/>
                </a:lnTo>
                <a:lnTo>
                  <a:pt x="737751" y="76032"/>
                </a:lnTo>
                <a:lnTo>
                  <a:pt x="739396" y="68819"/>
                </a:lnTo>
                <a:lnTo>
                  <a:pt x="742711" y="62676"/>
                </a:lnTo>
                <a:lnTo>
                  <a:pt x="745961" y="56796"/>
                </a:lnTo>
                <a:lnTo>
                  <a:pt x="750641" y="52156"/>
                </a:lnTo>
                <a:lnTo>
                  <a:pt x="756670" y="48903"/>
                </a:lnTo>
                <a:lnTo>
                  <a:pt x="762698" y="45572"/>
                </a:lnTo>
                <a:lnTo>
                  <a:pt x="769719" y="43906"/>
                </a:lnTo>
                <a:lnTo>
                  <a:pt x="851042" y="43906"/>
                </a:lnTo>
                <a:lnTo>
                  <a:pt x="850194" y="42359"/>
                </a:lnTo>
                <a:lnTo>
                  <a:pt x="821399" y="17253"/>
                </a:lnTo>
                <a:lnTo>
                  <a:pt x="790209" y="8663"/>
                </a:lnTo>
                <a:lnTo>
                  <a:pt x="778325" y="8091"/>
                </a:lnTo>
                <a:close/>
              </a:path>
              <a:path w="1635125" h="292100">
                <a:moveTo>
                  <a:pt x="1037242" y="8091"/>
                </a:moveTo>
                <a:lnTo>
                  <a:pt x="997954" y="16390"/>
                </a:lnTo>
                <a:lnTo>
                  <a:pt x="968378" y="40931"/>
                </a:lnTo>
                <a:lnTo>
                  <a:pt x="949754" y="80450"/>
                </a:lnTo>
                <a:lnTo>
                  <a:pt x="943361" y="133503"/>
                </a:lnTo>
                <a:lnTo>
                  <a:pt x="944066" y="152764"/>
                </a:lnTo>
                <a:lnTo>
                  <a:pt x="954546" y="201683"/>
                </a:lnTo>
                <a:lnTo>
                  <a:pt x="976984" y="236606"/>
                </a:lnTo>
                <a:lnTo>
                  <a:pt x="1009934" y="256031"/>
                </a:lnTo>
                <a:lnTo>
                  <a:pt x="1037242" y="259749"/>
                </a:lnTo>
                <a:lnTo>
                  <a:pt x="1051409" y="258819"/>
                </a:lnTo>
                <a:lnTo>
                  <a:pt x="1087573" y="244875"/>
                </a:lnTo>
                <a:lnTo>
                  <a:pt x="1108837" y="222506"/>
                </a:lnTo>
                <a:lnTo>
                  <a:pt x="1037242" y="222506"/>
                </a:lnTo>
                <a:lnTo>
                  <a:pt x="1029887" y="221881"/>
                </a:lnTo>
                <a:lnTo>
                  <a:pt x="997158" y="191852"/>
                </a:lnTo>
                <a:lnTo>
                  <a:pt x="988301" y="147499"/>
                </a:lnTo>
                <a:lnTo>
                  <a:pt x="987981" y="133503"/>
                </a:lnTo>
                <a:lnTo>
                  <a:pt x="988859" y="113045"/>
                </a:lnTo>
                <a:lnTo>
                  <a:pt x="1001308" y="67465"/>
                </a:lnTo>
                <a:lnTo>
                  <a:pt x="1037242" y="44858"/>
                </a:lnTo>
                <a:lnTo>
                  <a:pt x="1108698" y="44858"/>
                </a:lnTo>
                <a:lnTo>
                  <a:pt x="1106165" y="40931"/>
                </a:lnTo>
                <a:lnTo>
                  <a:pt x="1076530" y="16390"/>
                </a:lnTo>
                <a:lnTo>
                  <a:pt x="1051364" y="9013"/>
                </a:lnTo>
                <a:lnTo>
                  <a:pt x="1037242" y="8091"/>
                </a:lnTo>
                <a:close/>
              </a:path>
              <a:path w="1635125" h="292100">
                <a:moveTo>
                  <a:pt x="1108698" y="44858"/>
                </a:moveTo>
                <a:lnTo>
                  <a:pt x="1037242" y="44858"/>
                </a:lnTo>
                <a:lnTo>
                  <a:pt x="1044545" y="45490"/>
                </a:lnTo>
                <a:lnTo>
                  <a:pt x="1051342" y="47386"/>
                </a:lnTo>
                <a:lnTo>
                  <a:pt x="1077207" y="75452"/>
                </a:lnTo>
                <a:lnTo>
                  <a:pt x="1086242" y="119567"/>
                </a:lnTo>
                <a:lnTo>
                  <a:pt x="1086622" y="133503"/>
                </a:lnTo>
                <a:lnTo>
                  <a:pt x="1085789" y="154125"/>
                </a:lnTo>
                <a:lnTo>
                  <a:pt x="1073295" y="200017"/>
                </a:lnTo>
                <a:lnTo>
                  <a:pt x="1037242" y="222506"/>
                </a:lnTo>
                <a:lnTo>
                  <a:pt x="1108837" y="222506"/>
                </a:lnTo>
                <a:lnTo>
                  <a:pt x="1124789" y="186802"/>
                </a:lnTo>
                <a:lnTo>
                  <a:pt x="1131123" y="133503"/>
                </a:lnTo>
                <a:lnTo>
                  <a:pt x="1130411" y="114317"/>
                </a:lnTo>
                <a:lnTo>
                  <a:pt x="1128284" y="96617"/>
                </a:lnTo>
                <a:lnTo>
                  <a:pt x="1124750" y="80405"/>
                </a:lnTo>
                <a:lnTo>
                  <a:pt x="1119819" y="65681"/>
                </a:lnTo>
                <a:lnTo>
                  <a:pt x="1113609" y="52473"/>
                </a:lnTo>
                <a:lnTo>
                  <a:pt x="1108698" y="44858"/>
                </a:lnTo>
                <a:close/>
              </a:path>
              <a:path w="1635125" h="292100">
                <a:moveTo>
                  <a:pt x="1366406" y="43906"/>
                </a:moveTo>
                <a:lnTo>
                  <a:pt x="1300868" y="43906"/>
                </a:lnTo>
                <a:lnTo>
                  <a:pt x="1307809" y="45413"/>
                </a:lnTo>
                <a:lnTo>
                  <a:pt x="1320025" y="51442"/>
                </a:lnTo>
                <a:lnTo>
                  <a:pt x="1324824" y="55725"/>
                </a:lnTo>
                <a:lnTo>
                  <a:pt x="1329301" y="62825"/>
                </a:lnTo>
                <a:lnTo>
                  <a:pt x="1331805" y="66751"/>
                </a:lnTo>
                <a:lnTo>
                  <a:pt x="1333498" y="73140"/>
                </a:lnTo>
                <a:lnTo>
                  <a:pt x="1333550" y="87772"/>
                </a:lnTo>
                <a:lnTo>
                  <a:pt x="1332202" y="94118"/>
                </a:lnTo>
                <a:lnTo>
                  <a:pt x="1308265" y="128714"/>
                </a:lnTo>
                <a:lnTo>
                  <a:pt x="1212540" y="223220"/>
                </a:lnTo>
                <a:lnTo>
                  <a:pt x="1212540" y="255108"/>
                </a:lnTo>
                <a:lnTo>
                  <a:pt x="1379598" y="255108"/>
                </a:lnTo>
                <a:lnTo>
                  <a:pt x="1379598" y="218222"/>
                </a:lnTo>
                <a:lnTo>
                  <a:pt x="1273461" y="218222"/>
                </a:lnTo>
                <a:lnTo>
                  <a:pt x="1273461" y="216556"/>
                </a:lnTo>
                <a:lnTo>
                  <a:pt x="1315464" y="173840"/>
                </a:lnTo>
                <a:lnTo>
                  <a:pt x="1326641" y="162841"/>
                </a:lnTo>
                <a:lnTo>
                  <a:pt x="1336495" y="152690"/>
                </a:lnTo>
                <a:lnTo>
                  <a:pt x="1363446" y="119582"/>
                </a:lnTo>
                <a:lnTo>
                  <a:pt x="1375910" y="78769"/>
                </a:lnTo>
                <a:lnTo>
                  <a:pt x="1375263" y="68819"/>
                </a:lnTo>
                <a:lnTo>
                  <a:pt x="1373322" y="59434"/>
                </a:lnTo>
                <a:lnTo>
                  <a:pt x="1370087" y="50614"/>
                </a:lnTo>
                <a:lnTo>
                  <a:pt x="1366406" y="43906"/>
                </a:lnTo>
                <a:close/>
              </a:path>
              <a:path w="1635125" h="292100">
                <a:moveTo>
                  <a:pt x="1293689" y="8091"/>
                </a:moveTo>
                <a:lnTo>
                  <a:pt x="1250854" y="17491"/>
                </a:lnTo>
                <a:lnTo>
                  <a:pt x="1221702" y="44025"/>
                </a:lnTo>
                <a:lnTo>
                  <a:pt x="1211112" y="84362"/>
                </a:lnTo>
                <a:lnTo>
                  <a:pt x="1253115" y="84362"/>
                </a:lnTo>
                <a:lnTo>
                  <a:pt x="1253115" y="76032"/>
                </a:lnTo>
                <a:lnTo>
                  <a:pt x="1254760" y="68819"/>
                </a:lnTo>
                <a:lnTo>
                  <a:pt x="1258075" y="62676"/>
                </a:lnTo>
                <a:lnTo>
                  <a:pt x="1261325" y="56796"/>
                </a:lnTo>
                <a:lnTo>
                  <a:pt x="1266005" y="52156"/>
                </a:lnTo>
                <a:lnTo>
                  <a:pt x="1272034" y="48903"/>
                </a:lnTo>
                <a:lnTo>
                  <a:pt x="1278062" y="45572"/>
                </a:lnTo>
                <a:lnTo>
                  <a:pt x="1285083" y="43906"/>
                </a:lnTo>
                <a:lnTo>
                  <a:pt x="1366406" y="43906"/>
                </a:lnTo>
                <a:lnTo>
                  <a:pt x="1365558" y="42359"/>
                </a:lnTo>
                <a:lnTo>
                  <a:pt x="1336763" y="17253"/>
                </a:lnTo>
                <a:lnTo>
                  <a:pt x="1305573" y="8663"/>
                </a:lnTo>
                <a:lnTo>
                  <a:pt x="1293689" y="8091"/>
                </a:lnTo>
                <a:close/>
              </a:path>
              <a:path w="1635125" h="292100">
                <a:moveTo>
                  <a:pt x="1505963" y="188832"/>
                </a:moveTo>
                <a:lnTo>
                  <a:pt x="1463127" y="188832"/>
                </a:lnTo>
                <a:lnTo>
                  <a:pt x="1464124" y="198664"/>
                </a:lnTo>
                <a:lnTo>
                  <a:pt x="1487787" y="238807"/>
                </a:lnTo>
                <a:lnTo>
                  <a:pt x="1524703" y="256209"/>
                </a:lnTo>
                <a:lnTo>
                  <a:pt x="1547251" y="258440"/>
                </a:lnTo>
                <a:lnTo>
                  <a:pt x="1559775" y="257771"/>
                </a:lnTo>
                <a:lnTo>
                  <a:pt x="1602038" y="241819"/>
                </a:lnTo>
                <a:lnTo>
                  <a:pt x="1620355" y="222744"/>
                </a:lnTo>
                <a:lnTo>
                  <a:pt x="1547251" y="222744"/>
                </a:lnTo>
                <a:lnTo>
                  <a:pt x="1539279" y="222156"/>
                </a:lnTo>
                <a:lnTo>
                  <a:pt x="1507220" y="195987"/>
                </a:lnTo>
                <a:lnTo>
                  <a:pt x="1505963" y="188832"/>
                </a:lnTo>
                <a:close/>
              </a:path>
              <a:path w="1635125" h="292100">
                <a:moveTo>
                  <a:pt x="1621645" y="128546"/>
                </a:moveTo>
                <a:lnTo>
                  <a:pt x="1538763" y="128546"/>
                </a:lnTo>
                <a:lnTo>
                  <a:pt x="1546061" y="128625"/>
                </a:lnTo>
                <a:lnTo>
                  <a:pt x="1555025" y="128625"/>
                </a:lnTo>
                <a:lnTo>
                  <a:pt x="1562958" y="130687"/>
                </a:lnTo>
                <a:lnTo>
                  <a:pt x="1569859" y="134812"/>
                </a:lnTo>
                <a:lnTo>
                  <a:pt x="1576760" y="138858"/>
                </a:lnTo>
                <a:lnTo>
                  <a:pt x="1582194" y="144450"/>
                </a:lnTo>
                <a:lnTo>
                  <a:pt x="1590126" y="158729"/>
                </a:lnTo>
                <a:lnTo>
                  <a:pt x="1592070" y="166899"/>
                </a:lnTo>
                <a:lnTo>
                  <a:pt x="1592070" y="185144"/>
                </a:lnTo>
                <a:lnTo>
                  <a:pt x="1563592" y="220761"/>
                </a:lnTo>
                <a:lnTo>
                  <a:pt x="1555898" y="222744"/>
                </a:lnTo>
                <a:lnTo>
                  <a:pt x="1620355" y="222744"/>
                </a:lnTo>
                <a:lnTo>
                  <a:pt x="1634008" y="186780"/>
                </a:lnTo>
                <a:lnTo>
                  <a:pt x="1634707" y="175030"/>
                </a:lnTo>
                <a:lnTo>
                  <a:pt x="1634082" y="163637"/>
                </a:lnTo>
                <a:lnTo>
                  <a:pt x="1632208" y="152898"/>
                </a:lnTo>
                <a:lnTo>
                  <a:pt x="1629085" y="142814"/>
                </a:lnTo>
                <a:lnTo>
                  <a:pt x="1624712" y="133384"/>
                </a:lnTo>
                <a:lnTo>
                  <a:pt x="1621645" y="128546"/>
                </a:lnTo>
                <a:close/>
              </a:path>
              <a:path w="1635125" h="292100">
                <a:moveTo>
                  <a:pt x="1621975" y="11422"/>
                </a:moveTo>
                <a:lnTo>
                  <a:pt x="1480618" y="11422"/>
                </a:lnTo>
                <a:lnTo>
                  <a:pt x="1467887" y="137073"/>
                </a:lnTo>
                <a:lnTo>
                  <a:pt x="1507748" y="143617"/>
                </a:lnTo>
                <a:lnTo>
                  <a:pt x="1511872" y="139096"/>
                </a:lnTo>
                <a:lnTo>
                  <a:pt x="1517465" y="135447"/>
                </a:lnTo>
                <a:lnTo>
                  <a:pt x="1531585" y="129894"/>
                </a:lnTo>
                <a:lnTo>
                  <a:pt x="1538763" y="128546"/>
                </a:lnTo>
                <a:lnTo>
                  <a:pt x="1621645" y="128546"/>
                </a:lnTo>
                <a:lnTo>
                  <a:pt x="1619254" y="124773"/>
                </a:lnTo>
                <a:lnTo>
                  <a:pt x="1612873" y="117143"/>
                </a:lnTo>
                <a:lnTo>
                  <a:pt x="1608233" y="112918"/>
                </a:lnTo>
                <a:lnTo>
                  <a:pt x="1510127" y="112918"/>
                </a:lnTo>
                <a:lnTo>
                  <a:pt x="1517147" y="48308"/>
                </a:lnTo>
                <a:lnTo>
                  <a:pt x="1621975" y="48308"/>
                </a:lnTo>
                <a:lnTo>
                  <a:pt x="1621975" y="11422"/>
                </a:lnTo>
                <a:close/>
              </a:path>
              <a:path w="1635125" h="292100">
                <a:moveTo>
                  <a:pt x="1557841" y="94356"/>
                </a:moveTo>
                <a:lnTo>
                  <a:pt x="1516077" y="107604"/>
                </a:lnTo>
                <a:lnTo>
                  <a:pt x="1511555" y="112918"/>
                </a:lnTo>
                <a:lnTo>
                  <a:pt x="1608233" y="112918"/>
                </a:lnTo>
                <a:lnTo>
                  <a:pt x="1568610" y="95011"/>
                </a:lnTo>
                <a:lnTo>
                  <a:pt x="1557841" y="94356"/>
                </a:lnTo>
                <a:close/>
              </a:path>
            </a:pathLst>
          </a:custGeom>
          <a:solidFill>
            <a:srgbClr val="F43F1E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2025-06-12T09:12:18Z</dcterms:created>
  <dcterms:modified xsi:type="dcterms:W3CDTF">2025-06-12T09:12:18Z</dcterms:modified>
</cp:coreProperties>
</file>