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</p:sldIdLst>
  <p:sldSz cx="20104100" cy="10052050"/>
  <p:notesSz cx="20104100" cy="100520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147" y="5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116135"/>
            <a:ext cx="17088486" cy="2110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5629148"/>
            <a:ext cx="14072870" cy="25130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311971"/>
            <a:ext cx="8745284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0052050"/>
          </a:xfrm>
          <a:custGeom>
            <a:avLst/>
            <a:gdLst/>
            <a:ahLst/>
            <a:cxnLst/>
            <a:rect l="l" t="t" r="r" b="b"/>
            <a:pathLst>
              <a:path w="20104100" h="10052050">
                <a:moveTo>
                  <a:pt x="20104099" y="0"/>
                </a:moveTo>
                <a:lnTo>
                  <a:pt x="0" y="0"/>
                </a:lnTo>
                <a:lnTo>
                  <a:pt x="0" y="10052049"/>
                </a:lnTo>
                <a:lnTo>
                  <a:pt x="20104099" y="10052049"/>
                </a:lnTo>
                <a:lnTo>
                  <a:pt x="20104099" y="0"/>
                </a:lnTo>
                <a:close/>
              </a:path>
            </a:pathLst>
          </a:custGeom>
          <a:solidFill>
            <a:srgbClr val="7ECE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0977" y="3453488"/>
            <a:ext cx="2944639" cy="18057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02082"/>
            <a:ext cx="18093690" cy="160832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311971"/>
            <a:ext cx="18093690" cy="66343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9348407"/>
            <a:ext cx="6433312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9348407"/>
            <a:ext cx="4623943" cy="5026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10764" y="617782"/>
            <a:ext cx="2421255" cy="800100"/>
          </a:xfrm>
          <a:custGeom>
            <a:avLst/>
            <a:gdLst/>
            <a:ahLst/>
            <a:cxnLst/>
            <a:rect l="l" t="t" r="r" b="b"/>
            <a:pathLst>
              <a:path w="2421254" h="800100">
                <a:moveTo>
                  <a:pt x="77341" y="19037"/>
                </a:moveTo>
                <a:lnTo>
                  <a:pt x="0" y="19037"/>
                </a:lnTo>
                <a:lnTo>
                  <a:pt x="223696" y="628253"/>
                </a:lnTo>
                <a:lnTo>
                  <a:pt x="299848" y="628253"/>
                </a:lnTo>
                <a:lnTo>
                  <a:pt x="335237" y="531873"/>
                </a:lnTo>
                <a:lnTo>
                  <a:pt x="258202" y="531873"/>
                </a:lnTo>
                <a:lnTo>
                  <a:pt x="77341" y="19037"/>
                </a:lnTo>
                <a:close/>
              </a:path>
              <a:path w="2421254" h="800100">
                <a:moveTo>
                  <a:pt x="523544" y="19037"/>
                </a:moveTo>
                <a:lnTo>
                  <a:pt x="446202" y="19037"/>
                </a:lnTo>
                <a:lnTo>
                  <a:pt x="265341" y="531873"/>
                </a:lnTo>
                <a:lnTo>
                  <a:pt x="335237" y="531873"/>
                </a:lnTo>
                <a:lnTo>
                  <a:pt x="523544" y="19037"/>
                </a:lnTo>
                <a:close/>
              </a:path>
              <a:path w="2421254" h="800100">
                <a:moveTo>
                  <a:pt x="762887" y="171341"/>
                </a:moveTo>
                <a:lnTo>
                  <a:pt x="692684" y="171341"/>
                </a:lnTo>
                <a:lnTo>
                  <a:pt x="692684" y="628253"/>
                </a:lnTo>
                <a:lnTo>
                  <a:pt x="762887" y="628253"/>
                </a:lnTo>
                <a:lnTo>
                  <a:pt x="762887" y="171341"/>
                </a:lnTo>
                <a:close/>
              </a:path>
              <a:path w="2421254" h="800100">
                <a:moveTo>
                  <a:pt x="728380" y="0"/>
                </a:moveTo>
                <a:lnTo>
                  <a:pt x="686605" y="21324"/>
                </a:lnTo>
                <a:lnTo>
                  <a:pt x="678406" y="47594"/>
                </a:lnTo>
                <a:lnTo>
                  <a:pt x="679317" y="57058"/>
                </a:lnTo>
                <a:lnTo>
                  <a:pt x="709268" y="91694"/>
                </a:lnTo>
                <a:lnTo>
                  <a:pt x="728380" y="95189"/>
                </a:lnTo>
                <a:lnTo>
                  <a:pt x="738271" y="94316"/>
                </a:lnTo>
                <a:lnTo>
                  <a:pt x="774637" y="65814"/>
                </a:lnTo>
                <a:lnTo>
                  <a:pt x="778355" y="47594"/>
                </a:lnTo>
                <a:lnTo>
                  <a:pt x="777426" y="38131"/>
                </a:lnTo>
                <a:lnTo>
                  <a:pt x="747418" y="3495"/>
                </a:lnTo>
                <a:lnTo>
                  <a:pt x="728380" y="0"/>
                </a:lnTo>
                <a:close/>
              </a:path>
              <a:path w="2421254" h="800100">
                <a:moveTo>
                  <a:pt x="1311969" y="171341"/>
                </a:moveTo>
                <a:lnTo>
                  <a:pt x="970475" y="171341"/>
                </a:lnTo>
                <a:lnTo>
                  <a:pt x="970475" y="236784"/>
                </a:lnTo>
                <a:lnTo>
                  <a:pt x="1221538" y="236784"/>
                </a:lnTo>
                <a:lnTo>
                  <a:pt x="1221538" y="241544"/>
                </a:lnTo>
                <a:lnTo>
                  <a:pt x="962146" y="574708"/>
                </a:lnTo>
                <a:lnTo>
                  <a:pt x="962146" y="628253"/>
                </a:lnTo>
                <a:lnTo>
                  <a:pt x="1320298" y="628253"/>
                </a:lnTo>
                <a:lnTo>
                  <a:pt x="1320298" y="562810"/>
                </a:lnTo>
                <a:lnTo>
                  <a:pt x="1059716" y="562810"/>
                </a:lnTo>
                <a:lnTo>
                  <a:pt x="1059716" y="558050"/>
                </a:lnTo>
                <a:lnTo>
                  <a:pt x="1311969" y="227265"/>
                </a:lnTo>
                <a:lnTo>
                  <a:pt x="1311969" y="171341"/>
                </a:lnTo>
                <a:close/>
              </a:path>
              <a:path w="2421254" h="800100">
                <a:moveTo>
                  <a:pt x="1582397" y="171341"/>
                </a:moveTo>
                <a:lnTo>
                  <a:pt x="1512195" y="171341"/>
                </a:lnTo>
                <a:lnTo>
                  <a:pt x="1512195" y="628253"/>
                </a:lnTo>
                <a:lnTo>
                  <a:pt x="1582397" y="628253"/>
                </a:lnTo>
                <a:lnTo>
                  <a:pt x="1582397" y="171341"/>
                </a:lnTo>
                <a:close/>
              </a:path>
              <a:path w="2421254" h="800100">
                <a:moveTo>
                  <a:pt x="1547891" y="0"/>
                </a:moveTo>
                <a:lnTo>
                  <a:pt x="1506115" y="21324"/>
                </a:lnTo>
                <a:lnTo>
                  <a:pt x="1497916" y="47594"/>
                </a:lnTo>
                <a:lnTo>
                  <a:pt x="1498827" y="57058"/>
                </a:lnTo>
                <a:lnTo>
                  <a:pt x="1528778" y="91694"/>
                </a:lnTo>
                <a:lnTo>
                  <a:pt x="1547891" y="95189"/>
                </a:lnTo>
                <a:lnTo>
                  <a:pt x="1557782" y="94316"/>
                </a:lnTo>
                <a:lnTo>
                  <a:pt x="1594147" y="65814"/>
                </a:lnTo>
                <a:lnTo>
                  <a:pt x="1597865" y="47594"/>
                </a:lnTo>
                <a:lnTo>
                  <a:pt x="1596936" y="38131"/>
                </a:lnTo>
                <a:lnTo>
                  <a:pt x="1566929" y="3495"/>
                </a:lnTo>
                <a:lnTo>
                  <a:pt x="1547891" y="0"/>
                </a:lnTo>
                <a:close/>
              </a:path>
              <a:path w="2421254" h="800100">
                <a:moveTo>
                  <a:pt x="1864948" y="171341"/>
                </a:moveTo>
                <a:lnTo>
                  <a:pt x="1794745" y="171341"/>
                </a:lnTo>
                <a:lnTo>
                  <a:pt x="1794745" y="661569"/>
                </a:lnTo>
                <a:lnTo>
                  <a:pt x="1793815" y="677967"/>
                </a:lnTo>
                <a:lnTo>
                  <a:pt x="1779872" y="715113"/>
                </a:lnTo>
                <a:lnTo>
                  <a:pt x="1732872" y="734151"/>
                </a:lnTo>
                <a:lnTo>
                  <a:pt x="1719783" y="734151"/>
                </a:lnTo>
                <a:lnTo>
                  <a:pt x="1719783" y="799594"/>
                </a:lnTo>
                <a:lnTo>
                  <a:pt x="1734061" y="799594"/>
                </a:lnTo>
                <a:lnTo>
                  <a:pt x="1755126" y="798535"/>
                </a:lnTo>
                <a:lnTo>
                  <a:pt x="1806941" y="782639"/>
                </a:lnTo>
                <a:lnTo>
                  <a:pt x="1842303" y="749341"/>
                </a:lnTo>
                <a:lnTo>
                  <a:pt x="1861303" y="700984"/>
                </a:lnTo>
                <a:lnTo>
                  <a:pt x="1864948" y="661569"/>
                </a:lnTo>
                <a:lnTo>
                  <a:pt x="1864948" y="171341"/>
                </a:lnTo>
                <a:close/>
              </a:path>
              <a:path w="2421254" h="800100">
                <a:moveTo>
                  <a:pt x="1829251" y="0"/>
                </a:moveTo>
                <a:lnTo>
                  <a:pt x="1787476" y="21324"/>
                </a:lnTo>
                <a:lnTo>
                  <a:pt x="1779277" y="47594"/>
                </a:lnTo>
                <a:lnTo>
                  <a:pt x="1780188" y="57058"/>
                </a:lnTo>
                <a:lnTo>
                  <a:pt x="1810139" y="91694"/>
                </a:lnTo>
                <a:lnTo>
                  <a:pt x="1829251" y="95189"/>
                </a:lnTo>
                <a:lnTo>
                  <a:pt x="1839142" y="94316"/>
                </a:lnTo>
                <a:lnTo>
                  <a:pt x="1875508" y="65814"/>
                </a:lnTo>
                <a:lnTo>
                  <a:pt x="1879226" y="47594"/>
                </a:lnTo>
                <a:lnTo>
                  <a:pt x="1878296" y="38131"/>
                </a:lnTo>
                <a:lnTo>
                  <a:pt x="1848289" y="3495"/>
                </a:lnTo>
                <a:lnTo>
                  <a:pt x="1829251" y="0"/>
                </a:lnTo>
                <a:close/>
              </a:path>
              <a:path w="2421254" h="800100">
                <a:moveTo>
                  <a:pt x="2395134" y="227265"/>
                </a:moveTo>
                <a:lnTo>
                  <a:pt x="2254586" y="227265"/>
                </a:lnTo>
                <a:lnTo>
                  <a:pt x="2277287" y="228790"/>
                </a:lnTo>
                <a:lnTo>
                  <a:pt x="2296901" y="233363"/>
                </a:lnTo>
                <a:lnTo>
                  <a:pt x="2337413" y="265081"/>
                </a:lnTo>
                <a:lnTo>
                  <a:pt x="2350966" y="320075"/>
                </a:lnTo>
                <a:lnTo>
                  <a:pt x="2350966" y="322455"/>
                </a:lnTo>
                <a:lnTo>
                  <a:pt x="2323302" y="352128"/>
                </a:lnTo>
                <a:lnTo>
                  <a:pt x="2286769" y="357575"/>
                </a:lnTo>
                <a:lnTo>
                  <a:pt x="2233169" y="364101"/>
                </a:lnTo>
                <a:lnTo>
                  <a:pt x="2185592" y="372021"/>
                </a:lnTo>
                <a:lnTo>
                  <a:pt x="2139912" y="384031"/>
                </a:lnTo>
                <a:lnTo>
                  <a:pt x="2100405" y="403887"/>
                </a:lnTo>
                <a:lnTo>
                  <a:pt x="2071346" y="434898"/>
                </a:lnTo>
                <a:lnTo>
                  <a:pt x="2056844" y="479853"/>
                </a:lnTo>
                <a:lnTo>
                  <a:pt x="2055878" y="498556"/>
                </a:lnTo>
                <a:lnTo>
                  <a:pt x="2057179" y="520049"/>
                </a:lnTo>
                <a:lnTo>
                  <a:pt x="2067590" y="558124"/>
                </a:lnTo>
                <a:lnTo>
                  <a:pt x="2101167" y="602299"/>
                </a:lnTo>
                <a:lnTo>
                  <a:pt x="2151123" y="629759"/>
                </a:lnTo>
                <a:lnTo>
                  <a:pt x="2190538" y="637939"/>
                </a:lnTo>
                <a:lnTo>
                  <a:pt x="2211751" y="638961"/>
                </a:lnTo>
                <a:lnTo>
                  <a:pt x="2230919" y="638218"/>
                </a:lnTo>
                <a:lnTo>
                  <a:pt x="2279276" y="627063"/>
                </a:lnTo>
                <a:lnTo>
                  <a:pt x="2314582" y="606370"/>
                </a:lnTo>
                <a:lnTo>
                  <a:pt x="2341897" y="575898"/>
                </a:lnTo>
                <a:lnTo>
                  <a:pt x="2222460" y="575898"/>
                </a:lnTo>
                <a:lnTo>
                  <a:pt x="2202399" y="574746"/>
                </a:lnTo>
                <a:lnTo>
                  <a:pt x="2153150" y="557455"/>
                </a:lnTo>
                <a:lnTo>
                  <a:pt x="2127772" y="519305"/>
                </a:lnTo>
                <a:lnTo>
                  <a:pt x="2126080" y="502126"/>
                </a:lnTo>
                <a:lnTo>
                  <a:pt x="2126972" y="489446"/>
                </a:lnTo>
                <a:lnTo>
                  <a:pt x="2148204" y="452505"/>
                </a:lnTo>
                <a:lnTo>
                  <a:pt x="2190556" y="432649"/>
                </a:lnTo>
                <a:lnTo>
                  <a:pt x="2229599" y="424784"/>
                </a:lnTo>
                <a:lnTo>
                  <a:pt x="2259048" y="421215"/>
                </a:lnTo>
                <a:lnTo>
                  <a:pt x="2287215" y="417310"/>
                </a:lnTo>
                <a:lnTo>
                  <a:pt x="2331333" y="408424"/>
                </a:lnTo>
                <a:lnTo>
                  <a:pt x="2350966" y="398607"/>
                </a:lnTo>
                <a:lnTo>
                  <a:pt x="2421169" y="398607"/>
                </a:lnTo>
                <a:lnTo>
                  <a:pt x="2421169" y="327215"/>
                </a:lnTo>
                <a:lnTo>
                  <a:pt x="2420053" y="301372"/>
                </a:lnTo>
                <a:lnTo>
                  <a:pt x="2416707" y="278281"/>
                </a:lnTo>
                <a:lnTo>
                  <a:pt x="2411129" y="257942"/>
                </a:lnTo>
                <a:lnTo>
                  <a:pt x="2403320" y="240354"/>
                </a:lnTo>
                <a:lnTo>
                  <a:pt x="2395134" y="227265"/>
                </a:lnTo>
                <a:close/>
              </a:path>
              <a:path w="2421254" h="800100">
                <a:moveTo>
                  <a:pt x="2421169" y="566379"/>
                </a:moveTo>
                <a:lnTo>
                  <a:pt x="2350966" y="566379"/>
                </a:lnTo>
                <a:lnTo>
                  <a:pt x="2350966" y="628253"/>
                </a:lnTo>
                <a:lnTo>
                  <a:pt x="2421169" y="628253"/>
                </a:lnTo>
                <a:lnTo>
                  <a:pt x="2421169" y="566379"/>
                </a:lnTo>
                <a:close/>
              </a:path>
              <a:path w="2421254" h="800100">
                <a:moveTo>
                  <a:pt x="2421169" y="398607"/>
                </a:moveTo>
                <a:lnTo>
                  <a:pt x="2350966" y="398607"/>
                </a:lnTo>
                <a:lnTo>
                  <a:pt x="2350956" y="463009"/>
                </a:lnTo>
                <a:lnTo>
                  <a:pt x="2350036" y="476971"/>
                </a:lnTo>
                <a:lnTo>
                  <a:pt x="2336093" y="517297"/>
                </a:lnTo>
                <a:lnTo>
                  <a:pt x="2306197" y="550762"/>
                </a:lnTo>
                <a:lnTo>
                  <a:pt x="2260833" y="571808"/>
                </a:lnTo>
                <a:lnTo>
                  <a:pt x="2222460" y="575898"/>
                </a:lnTo>
                <a:lnTo>
                  <a:pt x="2341897" y="575898"/>
                </a:lnTo>
                <a:lnTo>
                  <a:pt x="2343232" y="573946"/>
                </a:lnTo>
                <a:lnTo>
                  <a:pt x="2347397" y="566379"/>
                </a:lnTo>
                <a:lnTo>
                  <a:pt x="2421169" y="566379"/>
                </a:lnTo>
                <a:lnTo>
                  <a:pt x="2421169" y="398607"/>
                </a:lnTo>
                <a:close/>
              </a:path>
              <a:path w="2421254" h="800100">
                <a:moveTo>
                  <a:pt x="2252207" y="165392"/>
                </a:moveTo>
                <a:lnTo>
                  <a:pt x="2199778" y="170746"/>
                </a:lnTo>
                <a:lnTo>
                  <a:pt x="2147944" y="187702"/>
                </a:lnTo>
                <a:lnTo>
                  <a:pt x="2102431" y="220386"/>
                </a:lnTo>
                <a:lnTo>
                  <a:pt x="2078634" y="252810"/>
                </a:lnTo>
                <a:lnTo>
                  <a:pt x="2068966" y="272480"/>
                </a:lnTo>
                <a:lnTo>
                  <a:pt x="2135599" y="296278"/>
                </a:lnTo>
                <a:lnTo>
                  <a:pt x="2142459" y="283970"/>
                </a:lnTo>
                <a:lnTo>
                  <a:pt x="2151439" y="272034"/>
                </a:lnTo>
                <a:lnTo>
                  <a:pt x="2191393" y="239647"/>
                </a:lnTo>
                <a:lnTo>
                  <a:pt x="2230807" y="228641"/>
                </a:lnTo>
                <a:lnTo>
                  <a:pt x="2254586" y="227265"/>
                </a:lnTo>
                <a:lnTo>
                  <a:pt x="2395134" y="227265"/>
                </a:lnTo>
                <a:lnTo>
                  <a:pt x="2393820" y="225164"/>
                </a:lnTo>
                <a:lnTo>
                  <a:pt x="2358403" y="191867"/>
                </a:lnTo>
                <a:lnTo>
                  <a:pt x="2317073" y="173963"/>
                </a:lnTo>
                <a:lnTo>
                  <a:pt x="2275855" y="166731"/>
                </a:lnTo>
                <a:lnTo>
                  <a:pt x="2263622" y="165727"/>
                </a:lnTo>
                <a:lnTo>
                  <a:pt x="2252207" y="16539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6152" y="2747870"/>
            <a:ext cx="7184574" cy="638961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288" y="1604285"/>
            <a:ext cx="11148496" cy="37039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68956" y="3745552"/>
            <a:ext cx="3524486" cy="366109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908050" y="9087980"/>
            <a:ext cx="1635125" cy="292100"/>
          </a:xfrm>
          <a:custGeom>
            <a:avLst/>
            <a:gdLst/>
            <a:ahLst/>
            <a:cxnLst/>
            <a:rect l="l" t="t" r="r" b="b"/>
            <a:pathLst>
              <a:path w="1635125" h="292100">
                <a:moveTo>
                  <a:pt x="93881" y="8091"/>
                </a:moveTo>
                <a:lnTo>
                  <a:pt x="54592" y="16390"/>
                </a:lnTo>
                <a:lnTo>
                  <a:pt x="25017" y="40931"/>
                </a:lnTo>
                <a:lnTo>
                  <a:pt x="6393" y="80450"/>
                </a:lnTo>
                <a:lnTo>
                  <a:pt x="0" y="133503"/>
                </a:lnTo>
                <a:lnTo>
                  <a:pt x="705" y="152764"/>
                </a:lnTo>
                <a:lnTo>
                  <a:pt x="11184" y="201683"/>
                </a:lnTo>
                <a:lnTo>
                  <a:pt x="33623" y="236606"/>
                </a:lnTo>
                <a:lnTo>
                  <a:pt x="66573" y="256031"/>
                </a:lnTo>
                <a:lnTo>
                  <a:pt x="93881" y="259749"/>
                </a:lnTo>
                <a:lnTo>
                  <a:pt x="108047" y="258819"/>
                </a:lnTo>
                <a:lnTo>
                  <a:pt x="144212" y="244875"/>
                </a:lnTo>
                <a:lnTo>
                  <a:pt x="165476" y="222506"/>
                </a:lnTo>
                <a:lnTo>
                  <a:pt x="93881" y="222506"/>
                </a:lnTo>
                <a:lnTo>
                  <a:pt x="86526" y="221881"/>
                </a:lnTo>
                <a:lnTo>
                  <a:pt x="53797" y="191852"/>
                </a:lnTo>
                <a:lnTo>
                  <a:pt x="44940" y="147499"/>
                </a:lnTo>
                <a:lnTo>
                  <a:pt x="44620" y="133503"/>
                </a:lnTo>
                <a:lnTo>
                  <a:pt x="45497" y="113045"/>
                </a:lnTo>
                <a:lnTo>
                  <a:pt x="57946" y="67465"/>
                </a:lnTo>
                <a:lnTo>
                  <a:pt x="93881" y="44858"/>
                </a:lnTo>
                <a:lnTo>
                  <a:pt x="165336" y="44858"/>
                </a:lnTo>
                <a:lnTo>
                  <a:pt x="162804" y="40931"/>
                </a:lnTo>
                <a:lnTo>
                  <a:pt x="133169" y="16390"/>
                </a:lnTo>
                <a:lnTo>
                  <a:pt x="108003" y="9013"/>
                </a:lnTo>
                <a:lnTo>
                  <a:pt x="93881" y="8091"/>
                </a:lnTo>
                <a:close/>
              </a:path>
              <a:path w="1635125" h="292100">
                <a:moveTo>
                  <a:pt x="165336" y="44858"/>
                </a:moveTo>
                <a:lnTo>
                  <a:pt x="93881" y="44858"/>
                </a:lnTo>
                <a:lnTo>
                  <a:pt x="101183" y="45490"/>
                </a:lnTo>
                <a:lnTo>
                  <a:pt x="107981" y="47386"/>
                </a:lnTo>
                <a:lnTo>
                  <a:pt x="133845" y="75452"/>
                </a:lnTo>
                <a:lnTo>
                  <a:pt x="142881" y="119567"/>
                </a:lnTo>
                <a:lnTo>
                  <a:pt x="143260" y="133503"/>
                </a:lnTo>
                <a:lnTo>
                  <a:pt x="142427" y="154125"/>
                </a:lnTo>
                <a:lnTo>
                  <a:pt x="129934" y="200017"/>
                </a:lnTo>
                <a:lnTo>
                  <a:pt x="93881" y="222506"/>
                </a:lnTo>
                <a:lnTo>
                  <a:pt x="165476" y="222506"/>
                </a:lnTo>
                <a:lnTo>
                  <a:pt x="181427" y="186802"/>
                </a:lnTo>
                <a:lnTo>
                  <a:pt x="187762" y="133503"/>
                </a:lnTo>
                <a:lnTo>
                  <a:pt x="187050" y="114317"/>
                </a:lnTo>
                <a:lnTo>
                  <a:pt x="184923" y="96617"/>
                </a:lnTo>
                <a:lnTo>
                  <a:pt x="181388" y="80405"/>
                </a:lnTo>
                <a:lnTo>
                  <a:pt x="176458" y="65681"/>
                </a:lnTo>
                <a:lnTo>
                  <a:pt x="170248" y="52473"/>
                </a:lnTo>
                <a:lnTo>
                  <a:pt x="165336" y="44858"/>
                </a:lnTo>
                <a:close/>
              </a:path>
              <a:path w="1635125" h="292100">
                <a:moveTo>
                  <a:pt x="360918" y="8091"/>
                </a:moveTo>
                <a:lnTo>
                  <a:pt x="321295" y="17015"/>
                </a:lnTo>
                <a:lnTo>
                  <a:pt x="291191" y="42954"/>
                </a:lnTo>
                <a:lnTo>
                  <a:pt x="272034" y="84362"/>
                </a:lnTo>
                <a:lnTo>
                  <a:pt x="265787" y="124944"/>
                </a:lnTo>
                <a:lnTo>
                  <a:pt x="265439" y="142665"/>
                </a:lnTo>
                <a:lnTo>
                  <a:pt x="265810" y="156267"/>
                </a:lnTo>
                <a:lnTo>
                  <a:pt x="273105" y="196448"/>
                </a:lnTo>
                <a:lnTo>
                  <a:pt x="294285" y="232739"/>
                </a:lnTo>
                <a:lnTo>
                  <a:pt x="332651" y="254982"/>
                </a:lnTo>
                <a:lnTo>
                  <a:pt x="358419" y="258440"/>
                </a:lnTo>
                <a:lnTo>
                  <a:pt x="371158" y="257808"/>
                </a:lnTo>
                <a:lnTo>
                  <a:pt x="413800" y="241633"/>
                </a:lnTo>
                <a:lnTo>
                  <a:pt x="431836" y="222744"/>
                </a:lnTo>
                <a:lnTo>
                  <a:pt x="349535" y="222744"/>
                </a:lnTo>
                <a:lnTo>
                  <a:pt x="341801" y="220602"/>
                </a:lnTo>
                <a:lnTo>
                  <a:pt x="315028" y="192045"/>
                </a:lnTo>
                <a:lnTo>
                  <a:pt x="313045" y="169318"/>
                </a:lnTo>
                <a:lnTo>
                  <a:pt x="314235" y="163290"/>
                </a:lnTo>
                <a:lnTo>
                  <a:pt x="316536" y="157658"/>
                </a:lnTo>
                <a:lnTo>
                  <a:pt x="318915" y="151946"/>
                </a:lnTo>
                <a:lnTo>
                  <a:pt x="322168" y="146949"/>
                </a:lnTo>
                <a:lnTo>
                  <a:pt x="326293" y="142665"/>
                </a:lnTo>
                <a:lnTo>
                  <a:pt x="330417" y="138302"/>
                </a:lnTo>
                <a:lnTo>
                  <a:pt x="335256" y="134891"/>
                </a:lnTo>
                <a:lnTo>
                  <a:pt x="346362" y="129973"/>
                </a:lnTo>
                <a:lnTo>
                  <a:pt x="352351" y="128744"/>
                </a:lnTo>
                <a:lnTo>
                  <a:pt x="308206" y="128744"/>
                </a:lnTo>
                <a:lnTo>
                  <a:pt x="315948" y="80331"/>
                </a:lnTo>
                <a:lnTo>
                  <a:pt x="348974" y="47661"/>
                </a:lnTo>
                <a:lnTo>
                  <a:pt x="360918" y="46286"/>
                </a:lnTo>
                <a:lnTo>
                  <a:pt x="433116" y="46286"/>
                </a:lnTo>
                <a:lnTo>
                  <a:pt x="430406" y="41883"/>
                </a:lnTo>
                <a:lnTo>
                  <a:pt x="392420" y="13177"/>
                </a:lnTo>
                <a:lnTo>
                  <a:pt x="372073" y="8656"/>
                </a:lnTo>
                <a:lnTo>
                  <a:pt x="360918" y="8091"/>
                </a:lnTo>
                <a:close/>
              </a:path>
              <a:path w="1635125" h="292100">
                <a:moveTo>
                  <a:pt x="370794" y="95070"/>
                </a:moveTo>
                <a:lnTo>
                  <a:pt x="362068" y="95070"/>
                </a:lnTo>
                <a:lnTo>
                  <a:pt x="353779" y="96459"/>
                </a:lnTo>
                <a:lnTo>
                  <a:pt x="318796" y="115774"/>
                </a:lnTo>
                <a:lnTo>
                  <a:pt x="309872" y="128744"/>
                </a:lnTo>
                <a:lnTo>
                  <a:pt x="367422" y="128744"/>
                </a:lnTo>
                <a:lnTo>
                  <a:pt x="375117" y="130806"/>
                </a:lnTo>
                <a:lnTo>
                  <a:pt x="388602" y="139056"/>
                </a:lnTo>
                <a:lnTo>
                  <a:pt x="393877" y="144648"/>
                </a:lnTo>
                <a:lnTo>
                  <a:pt x="397685" y="151708"/>
                </a:lnTo>
                <a:lnTo>
                  <a:pt x="401572" y="158768"/>
                </a:lnTo>
                <a:lnTo>
                  <a:pt x="403476" y="166661"/>
                </a:lnTo>
                <a:lnTo>
                  <a:pt x="403443" y="184408"/>
                </a:lnTo>
                <a:lnTo>
                  <a:pt x="401532" y="192283"/>
                </a:lnTo>
                <a:lnTo>
                  <a:pt x="393600" y="206562"/>
                </a:lnTo>
                <a:lnTo>
                  <a:pt x="388206" y="212233"/>
                </a:lnTo>
                <a:lnTo>
                  <a:pt x="374562" y="220642"/>
                </a:lnTo>
                <a:lnTo>
                  <a:pt x="366828" y="222744"/>
                </a:lnTo>
                <a:lnTo>
                  <a:pt x="431836" y="222744"/>
                </a:lnTo>
                <a:lnTo>
                  <a:pt x="445592" y="186148"/>
                </a:lnTo>
                <a:lnTo>
                  <a:pt x="446232" y="174435"/>
                </a:lnTo>
                <a:lnTo>
                  <a:pt x="445659" y="163220"/>
                </a:lnTo>
                <a:lnTo>
                  <a:pt x="430862" y="124944"/>
                </a:lnTo>
                <a:lnTo>
                  <a:pt x="400444" y="100826"/>
                </a:lnTo>
                <a:lnTo>
                  <a:pt x="381227" y="95710"/>
                </a:lnTo>
                <a:lnTo>
                  <a:pt x="370794" y="95070"/>
                </a:lnTo>
                <a:close/>
              </a:path>
              <a:path w="1635125" h="292100">
                <a:moveTo>
                  <a:pt x="433116" y="46286"/>
                </a:moveTo>
                <a:lnTo>
                  <a:pt x="360918" y="46286"/>
                </a:lnTo>
                <a:lnTo>
                  <a:pt x="368429" y="46814"/>
                </a:lnTo>
                <a:lnTo>
                  <a:pt x="375256" y="48398"/>
                </a:lnTo>
                <a:lnTo>
                  <a:pt x="400541" y="77103"/>
                </a:lnTo>
                <a:lnTo>
                  <a:pt x="443971" y="77103"/>
                </a:lnTo>
                <a:lnTo>
                  <a:pt x="442142" y="67540"/>
                </a:lnTo>
                <a:lnTo>
                  <a:pt x="439271" y="58482"/>
                </a:lnTo>
                <a:lnTo>
                  <a:pt x="435359" y="49930"/>
                </a:lnTo>
                <a:lnTo>
                  <a:pt x="433116" y="46286"/>
                </a:lnTo>
                <a:close/>
              </a:path>
              <a:path w="1635125" h="292100">
                <a:moveTo>
                  <a:pt x="628282" y="0"/>
                </a:moveTo>
                <a:lnTo>
                  <a:pt x="590563" y="0"/>
                </a:lnTo>
                <a:lnTo>
                  <a:pt x="512032" y="291756"/>
                </a:lnTo>
                <a:lnTo>
                  <a:pt x="549751" y="291756"/>
                </a:lnTo>
                <a:lnTo>
                  <a:pt x="628282" y="0"/>
                </a:lnTo>
                <a:close/>
              </a:path>
              <a:path w="1635125" h="292100">
                <a:moveTo>
                  <a:pt x="851042" y="43906"/>
                </a:moveTo>
                <a:lnTo>
                  <a:pt x="785504" y="43906"/>
                </a:lnTo>
                <a:lnTo>
                  <a:pt x="792445" y="45413"/>
                </a:lnTo>
                <a:lnTo>
                  <a:pt x="804661" y="51442"/>
                </a:lnTo>
                <a:lnTo>
                  <a:pt x="809460" y="55725"/>
                </a:lnTo>
                <a:lnTo>
                  <a:pt x="813937" y="62825"/>
                </a:lnTo>
                <a:lnTo>
                  <a:pt x="816441" y="66751"/>
                </a:lnTo>
                <a:lnTo>
                  <a:pt x="818134" y="73140"/>
                </a:lnTo>
                <a:lnTo>
                  <a:pt x="818186" y="87772"/>
                </a:lnTo>
                <a:lnTo>
                  <a:pt x="816838" y="94118"/>
                </a:lnTo>
                <a:lnTo>
                  <a:pt x="792901" y="128714"/>
                </a:lnTo>
                <a:lnTo>
                  <a:pt x="697176" y="223220"/>
                </a:lnTo>
                <a:lnTo>
                  <a:pt x="697176" y="255108"/>
                </a:lnTo>
                <a:lnTo>
                  <a:pt x="864234" y="255108"/>
                </a:lnTo>
                <a:lnTo>
                  <a:pt x="864234" y="218222"/>
                </a:lnTo>
                <a:lnTo>
                  <a:pt x="758098" y="218222"/>
                </a:lnTo>
                <a:lnTo>
                  <a:pt x="758098" y="216556"/>
                </a:lnTo>
                <a:lnTo>
                  <a:pt x="800100" y="173840"/>
                </a:lnTo>
                <a:lnTo>
                  <a:pt x="811277" y="162841"/>
                </a:lnTo>
                <a:lnTo>
                  <a:pt x="821131" y="152690"/>
                </a:lnTo>
                <a:lnTo>
                  <a:pt x="848082" y="119582"/>
                </a:lnTo>
                <a:lnTo>
                  <a:pt x="860546" y="78769"/>
                </a:lnTo>
                <a:lnTo>
                  <a:pt x="859899" y="68819"/>
                </a:lnTo>
                <a:lnTo>
                  <a:pt x="857958" y="59434"/>
                </a:lnTo>
                <a:lnTo>
                  <a:pt x="854723" y="50614"/>
                </a:lnTo>
                <a:lnTo>
                  <a:pt x="851042" y="43906"/>
                </a:lnTo>
                <a:close/>
              </a:path>
              <a:path w="1635125" h="292100">
                <a:moveTo>
                  <a:pt x="778325" y="8091"/>
                </a:moveTo>
                <a:lnTo>
                  <a:pt x="735490" y="17491"/>
                </a:lnTo>
                <a:lnTo>
                  <a:pt x="706338" y="44025"/>
                </a:lnTo>
                <a:lnTo>
                  <a:pt x="695748" y="84362"/>
                </a:lnTo>
                <a:lnTo>
                  <a:pt x="737751" y="84362"/>
                </a:lnTo>
                <a:lnTo>
                  <a:pt x="737751" y="76032"/>
                </a:lnTo>
                <a:lnTo>
                  <a:pt x="739396" y="68819"/>
                </a:lnTo>
                <a:lnTo>
                  <a:pt x="742711" y="62676"/>
                </a:lnTo>
                <a:lnTo>
                  <a:pt x="745961" y="56796"/>
                </a:lnTo>
                <a:lnTo>
                  <a:pt x="750641" y="52156"/>
                </a:lnTo>
                <a:lnTo>
                  <a:pt x="756670" y="48903"/>
                </a:lnTo>
                <a:lnTo>
                  <a:pt x="762698" y="45572"/>
                </a:lnTo>
                <a:lnTo>
                  <a:pt x="769719" y="43906"/>
                </a:lnTo>
                <a:lnTo>
                  <a:pt x="851042" y="43906"/>
                </a:lnTo>
                <a:lnTo>
                  <a:pt x="850194" y="42359"/>
                </a:lnTo>
                <a:lnTo>
                  <a:pt x="821399" y="17253"/>
                </a:lnTo>
                <a:lnTo>
                  <a:pt x="790209" y="8663"/>
                </a:lnTo>
                <a:lnTo>
                  <a:pt x="778325" y="8091"/>
                </a:lnTo>
                <a:close/>
              </a:path>
              <a:path w="1635125" h="292100">
                <a:moveTo>
                  <a:pt x="1037242" y="8091"/>
                </a:moveTo>
                <a:lnTo>
                  <a:pt x="997954" y="16390"/>
                </a:lnTo>
                <a:lnTo>
                  <a:pt x="968378" y="40931"/>
                </a:lnTo>
                <a:lnTo>
                  <a:pt x="949754" y="80450"/>
                </a:lnTo>
                <a:lnTo>
                  <a:pt x="943361" y="133503"/>
                </a:lnTo>
                <a:lnTo>
                  <a:pt x="944066" y="152764"/>
                </a:lnTo>
                <a:lnTo>
                  <a:pt x="954546" y="201683"/>
                </a:lnTo>
                <a:lnTo>
                  <a:pt x="976984" y="236606"/>
                </a:lnTo>
                <a:lnTo>
                  <a:pt x="1009934" y="256031"/>
                </a:lnTo>
                <a:lnTo>
                  <a:pt x="1037242" y="259749"/>
                </a:lnTo>
                <a:lnTo>
                  <a:pt x="1051409" y="258819"/>
                </a:lnTo>
                <a:lnTo>
                  <a:pt x="1087573" y="244875"/>
                </a:lnTo>
                <a:lnTo>
                  <a:pt x="1108837" y="222506"/>
                </a:lnTo>
                <a:lnTo>
                  <a:pt x="1037242" y="222506"/>
                </a:lnTo>
                <a:lnTo>
                  <a:pt x="1029887" y="221881"/>
                </a:lnTo>
                <a:lnTo>
                  <a:pt x="997158" y="191852"/>
                </a:lnTo>
                <a:lnTo>
                  <a:pt x="988301" y="147499"/>
                </a:lnTo>
                <a:lnTo>
                  <a:pt x="987981" y="133503"/>
                </a:lnTo>
                <a:lnTo>
                  <a:pt x="988859" y="113045"/>
                </a:lnTo>
                <a:lnTo>
                  <a:pt x="1001308" y="67465"/>
                </a:lnTo>
                <a:lnTo>
                  <a:pt x="1037242" y="44858"/>
                </a:lnTo>
                <a:lnTo>
                  <a:pt x="1108698" y="44858"/>
                </a:lnTo>
                <a:lnTo>
                  <a:pt x="1106165" y="40931"/>
                </a:lnTo>
                <a:lnTo>
                  <a:pt x="1076530" y="16390"/>
                </a:lnTo>
                <a:lnTo>
                  <a:pt x="1051364" y="9013"/>
                </a:lnTo>
                <a:lnTo>
                  <a:pt x="1037242" y="8091"/>
                </a:lnTo>
                <a:close/>
              </a:path>
              <a:path w="1635125" h="292100">
                <a:moveTo>
                  <a:pt x="1108698" y="44858"/>
                </a:moveTo>
                <a:lnTo>
                  <a:pt x="1037242" y="44858"/>
                </a:lnTo>
                <a:lnTo>
                  <a:pt x="1044545" y="45490"/>
                </a:lnTo>
                <a:lnTo>
                  <a:pt x="1051342" y="47386"/>
                </a:lnTo>
                <a:lnTo>
                  <a:pt x="1077207" y="75452"/>
                </a:lnTo>
                <a:lnTo>
                  <a:pt x="1086242" y="119567"/>
                </a:lnTo>
                <a:lnTo>
                  <a:pt x="1086622" y="133503"/>
                </a:lnTo>
                <a:lnTo>
                  <a:pt x="1085789" y="154125"/>
                </a:lnTo>
                <a:lnTo>
                  <a:pt x="1073295" y="200017"/>
                </a:lnTo>
                <a:lnTo>
                  <a:pt x="1037242" y="222506"/>
                </a:lnTo>
                <a:lnTo>
                  <a:pt x="1108837" y="222506"/>
                </a:lnTo>
                <a:lnTo>
                  <a:pt x="1124789" y="186802"/>
                </a:lnTo>
                <a:lnTo>
                  <a:pt x="1131123" y="133503"/>
                </a:lnTo>
                <a:lnTo>
                  <a:pt x="1130411" y="114317"/>
                </a:lnTo>
                <a:lnTo>
                  <a:pt x="1128284" y="96617"/>
                </a:lnTo>
                <a:lnTo>
                  <a:pt x="1124750" y="80405"/>
                </a:lnTo>
                <a:lnTo>
                  <a:pt x="1119819" y="65681"/>
                </a:lnTo>
                <a:lnTo>
                  <a:pt x="1113609" y="52473"/>
                </a:lnTo>
                <a:lnTo>
                  <a:pt x="1108698" y="44858"/>
                </a:lnTo>
                <a:close/>
              </a:path>
              <a:path w="1635125" h="292100">
                <a:moveTo>
                  <a:pt x="1366406" y="43906"/>
                </a:moveTo>
                <a:lnTo>
                  <a:pt x="1300868" y="43906"/>
                </a:lnTo>
                <a:lnTo>
                  <a:pt x="1307809" y="45413"/>
                </a:lnTo>
                <a:lnTo>
                  <a:pt x="1320025" y="51442"/>
                </a:lnTo>
                <a:lnTo>
                  <a:pt x="1324824" y="55725"/>
                </a:lnTo>
                <a:lnTo>
                  <a:pt x="1329301" y="62825"/>
                </a:lnTo>
                <a:lnTo>
                  <a:pt x="1331805" y="66751"/>
                </a:lnTo>
                <a:lnTo>
                  <a:pt x="1333498" y="73140"/>
                </a:lnTo>
                <a:lnTo>
                  <a:pt x="1333550" y="87772"/>
                </a:lnTo>
                <a:lnTo>
                  <a:pt x="1332202" y="94118"/>
                </a:lnTo>
                <a:lnTo>
                  <a:pt x="1308265" y="128714"/>
                </a:lnTo>
                <a:lnTo>
                  <a:pt x="1212540" y="223220"/>
                </a:lnTo>
                <a:lnTo>
                  <a:pt x="1212540" y="255108"/>
                </a:lnTo>
                <a:lnTo>
                  <a:pt x="1379598" y="255108"/>
                </a:lnTo>
                <a:lnTo>
                  <a:pt x="1379598" y="218222"/>
                </a:lnTo>
                <a:lnTo>
                  <a:pt x="1273461" y="218222"/>
                </a:lnTo>
                <a:lnTo>
                  <a:pt x="1273461" y="216556"/>
                </a:lnTo>
                <a:lnTo>
                  <a:pt x="1315464" y="173840"/>
                </a:lnTo>
                <a:lnTo>
                  <a:pt x="1326641" y="162841"/>
                </a:lnTo>
                <a:lnTo>
                  <a:pt x="1336495" y="152690"/>
                </a:lnTo>
                <a:lnTo>
                  <a:pt x="1363446" y="119582"/>
                </a:lnTo>
                <a:lnTo>
                  <a:pt x="1375910" y="78769"/>
                </a:lnTo>
                <a:lnTo>
                  <a:pt x="1375263" y="68819"/>
                </a:lnTo>
                <a:lnTo>
                  <a:pt x="1373322" y="59434"/>
                </a:lnTo>
                <a:lnTo>
                  <a:pt x="1370087" y="50614"/>
                </a:lnTo>
                <a:lnTo>
                  <a:pt x="1366406" y="43906"/>
                </a:lnTo>
                <a:close/>
              </a:path>
              <a:path w="1635125" h="292100">
                <a:moveTo>
                  <a:pt x="1293689" y="8091"/>
                </a:moveTo>
                <a:lnTo>
                  <a:pt x="1250854" y="17491"/>
                </a:lnTo>
                <a:lnTo>
                  <a:pt x="1221702" y="44025"/>
                </a:lnTo>
                <a:lnTo>
                  <a:pt x="1211112" y="84362"/>
                </a:lnTo>
                <a:lnTo>
                  <a:pt x="1253115" y="84362"/>
                </a:lnTo>
                <a:lnTo>
                  <a:pt x="1253115" y="76032"/>
                </a:lnTo>
                <a:lnTo>
                  <a:pt x="1254760" y="68819"/>
                </a:lnTo>
                <a:lnTo>
                  <a:pt x="1258075" y="62676"/>
                </a:lnTo>
                <a:lnTo>
                  <a:pt x="1261325" y="56796"/>
                </a:lnTo>
                <a:lnTo>
                  <a:pt x="1266005" y="52156"/>
                </a:lnTo>
                <a:lnTo>
                  <a:pt x="1272034" y="48903"/>
                </a:lnTo>
                <a:lnTo>
                  <a:pt x="1278062" y="45572"/>
                </a:lnTo>
                <a:lnTo>
                  <a:pt x="1285083" y="43906"/>
                </a:lnTo>
                <a:lnTo>
                  <a:pt x="1366406" y="43906"/>
                </a:lnTo>
                <a:lnTo>
                  <a:pt x="1365558" y="42359"/>
                </a:lnTo>
                <a:lnTo>
                  <a:pt x="1336763" y="17253"/>
                </a:lnTo>
                <a:lnTo>
                  <a:pt x="1305573" y="8663"/>
                </a:lnTo>
                <a:lnTo>
                  <a:pt x="1293689" y="8091"/>
                </a:lnTo>
                <a:close/>
              </a:path>
              <a:path w="1635125" h="292100">
                <a:moveTo>
                  <a:pt x="1505963" y="188832"/>
                </a:moveTo>
                <a:lnTo>
                  <a:pt x="1463127" y="188832"/>
                </a:lnTo>
                <a:lnTo>
                  <a:pt x="1464124" y="198664"/>
                </a:lnTo>
                <a:lnTo>
                  <a:pt x="1487787" y="238807"/>
                </a:lnTo>
                <a:lnTo>
                  <a:pt x="1524703" y="256209"/>
                </a:lnTo>
                <a:lnTo>
                  <a:pt x="1547251" y="258440"/>
                </a:lnTo>
                <a:lnTo>
                  <a:pt x="1559775" y="257771"/>
                </a:lnTo>
                <a:lnTo>
                  <a:pt x="1602038" y="241819"/>
                </a:lnTo>
                <a:lnTo>
                  <a:pt x="1620355" y="222744"/>
                </a:lnTo>
                <a:lnTo>
                  <a:pt x="1547251" y="222744"/>
                </a:lnTo>
                <a:lnTo>
                  <a:pt x="1539279" y="222156"/>
                </a:lnTo>
                <a:lnTo>
                  <a:pt x="1507220" y="195987"/>
                </a:lnTo>
                <a:lnTo>
                  <a:pt x="1505963" y="188832"/>
                </a:lnTo>
                <a:close/>
              </a:path>
              <a:path w="1635125" h="292100">
                <a:moveTo>
                  <a:pt x="1621645" y="128546"/>
                </a:moveTo>
                <a:lnTo>
                  <a:pt x="1538763" y="128546"/>
                </a:lnTo>
                <a:lnTo>
                  <a:pt x="1546061" y="128625"/>
                </a:lnTo>
                <a:lnTo>
                  <a:pt x="1555025" y="128625"/>
                </a:lnTo>
                <a:lnTo>
                  <a:pt x="1562958" y="130687"/>
                </a:lnTo>
                <a:lnTo>
                  <a:pt x="1569859" y="134812"/>
                </a:lnTo>
                <a:lnTo>
                  <a:pt x="1576760" y="138858"/>
                </a:lnTo>
                <a:lnTo>
                  <a:pt x="1582194" y="144450"/>
                </a:lnTo>
                <a:lnTo>
                  <a:pt x="1590126" y="158729"/>
                </a:lnTo>
                <a:lnTo>
                  <a:pt x="1592070" y="166899"/>
                </a:lnTo>
                <a:lnTo>
                  <a:pt x="1592070" y="185144"/>
                </a:lnTo>
                <a:lnTo>
                  <a:pt x="1563592" y="220761"/>
                </a:lnTo>
                <a:lnTo>
                  <a:pt x="1555898" y="222744"/>
                </a:lnTo>
                <a:lnTo>
                  <a:pt x="1620355" y="222744"/>
                </a:lnTo>
                <a:lnTo>
                  <a:pt x="1634008" y="186780"/>
                </a:lnTo>
                <a:lnTo>
                  <a:pt x="1634707" y="175030"/>
                </a:lnTo>
                <a:lnTo>
                  <a:pt x="1634082" y="163637"/>
                </a:lnTo>
                <a:lnTo>
                  <a:pt x="1632208" y="152898"/>
                </a:lnTo>
                <a:lnTo>
                  <a:pt x="1629085" y="142814"/>
                </a:lnTo>
                <a:lnTo>
                  <a:pt x="1624712" y="133384"/>
                </a:lnTo>
                <a:lnTo>
                  <a:pt x="1621645" y="128546"/>
                </a:lnTo>
                <a:close/>
              </a:path>
              <a:path w="1635125" h="292100">
                <a:moveTo>
                  <a:pt x="1621975" y="11422"/>
                </a:moveTo>
                <a:lnTo>
                  <a:pt x="1480618" y="11422"/>
                </a:lnTo>
                <a:lnTo>
                  <a:pt x="1467887" y="137073"/>
                </a:lnTo>
                <a:lnTo>
                  <a:pt x="1507748" y="143617"/>
                </a:lnTo>
                <a:lnTo>
                  <a:pt x="1511872" y="139096"/>
                </a:lnTo>
                <a:lnTo>
                  <a:pt x="1517465" y="135447"/>
                </a:lnTo>
                <a:lnTo>
                  <a:pt x="1531585" y="129894"/>
                </a:lnTo>
                <a:lnTo>
                  <a:pt x="1538763" y="128546"/>
                </a:lnTo>
                <a:lnTo>
                  <a:pt x="1621645" y="128546"/>
                </a:lnTo>
                <a:lnTo>
                  <a:pt x="1619254" y="124773"/>
                </a:lnTo>
                <a:lnTo>
                  <a:pt x="1612873" y="117143"/>
                </a:lnTo>
                <a:lnTo>
                  <a:pt x="1608233" y="112918"/>
                </a:lnTo>
                <a:lnTo>
                  <a:pt x="1510127" y="112918"/>
                </a:lnTo>
                <a:lnTo>
                  <a:pt x="1517147" y="48308"/>
                </a:lnTo>
                <a:lnTo>
                  <a:pt x="1621975" y="48308"/>
                </a:lnTo>
                <a:lnTo>
                  <a:pt x="1621975" y="11422"/>
                </a:lnTo>
                <a:close/>
              </a:path>
              <a:path w="1635125" h="292100">
                <a:moveTo>
                  <a:pt x="1557841" y="94356"/>
                </a:moveTo>
                <a:lnTo>
                  <a:pt x="1516077" y="107604"/>
                </a:lnTo>
                <a:lnTo>
                  <a:pt x="1511555" y="112918"/>
                </a:lnTo>
                <a:lnTo>
                  <a:pt x="1608233" y="112918"/>
                </a:lnTo>
                <a:lnTo>
                  <a:pt x="1568610" y="95011"/>
                </a:lnTo>
                <a:lnTo>
                  <a:pt x="1557841" y="94356"/>
                </a:lnTo>
                <a:close/>
              </a:path>
            </a:pathLst>
          </a:custGeom>
          <a:solidFill>
            <a:srgbClr val="F43F1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Slika 14" descr="Slika, ki vsebuje besede pisava, besedilo, grafika, posnetek zaslona&#10;&#10;Vsebina, ustvarjena z UI, morda ni pravilna.">
            <a:extLst>
              <a:ext uri="{FF2B5EF4-FFF2-40B4-BE49-F238E27FC236}">
                <a16:creationId xmlns:a16="http://schemas.microsoft.com/office/drawing/2014/main" id="{530F2545-4E8D-7E37-C93A-56E6E3EA90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-490770"/>
            <a:ext cx="3744570" cy="2674693"/>
          </a:xfrm>
          <a:prstGeom prst="rect">
            <a:avLst/>
          </a:prstGeom>
        </p:spPr>
      </p:pic>
      <p:sp>
        <p:nvSpPr>
          <p:cNvPr id="16" name="PoljeZBesedilom 15">
            <a:extLst>
              <a:ext uri="{FF2B5EF4-FFF2-40B4-BE49-F238E27FC236}">
                <a16:creationId xmlns:a16="http://schemas.microsoft.com/office/drawing/2014/main" id="{304B1EDB-AA4E-8B89-50F3-87A1000929BC}"/>
              </a:ext>
            </a:extLst>
          </p:cNvPr>
          <p:cNvSpPr txBox="1"/>
          <p:nvPr/>
        </p:nvSpPr>
        <p:spPr>
          <a:xfrm>
            <a:off x="5869232" y="6719689"/>
            <a:ext cx="7241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Next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JS, </a:t>
            </a:r>
            <a:r>
              <a:rPr lang="sl-SI" sz="2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Typescript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l-SI" sz="2800" dirty="0" err="1">
                <a:solidFill>
                  <a:schemeClr val="bg1"/>
                </a:solidFill>
              </a:rPr>
              <a:t>Tailwind</a:t>
            </a:r>
            <a:r>
              <a:rPr lang="sl-SI" sz="2800" dirty="0">
                <a:solidFill>
                  <a:schemeClr val="bg1"/>
                </a:solidFill>
              </a:rPr>
              <a:t> CSS, </a:t>
            </a:r>
            <a:r>
              <a:rPr lang="sl-SI" sz="2800" dirty="0" err="1">
                <a:solidFill>
                  <a:schemeClr val="bg1"/>
                </a:solidFill>
              </a:rPr>
              <a:t>Firebase</a:t>
            </a:r>
            <a:r>
              <a:rPr lang="sl-SI" sz="2800" dirty="0">
                <a:solidFill>
                  <a:schemeClr val="bg1"/>
                </a:solidFill>
              </a:rPr>
              <a:t>, </a:t>
            </a:r>
            <a:r>
              <a:rPr lang="sl-SI" sz="2800" dirty="0" err="1">
                <a:solidFill>
                  <a:schemeClr val="bg1"/>
                </a:solidFill>
              </a:rPr>
              <a:t>LocalStorage</a:t>
            </a:r>
            <a:r>
              <a:rPr lang="sl-SI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7" name="PoljeZBesedilom 16">
            <a:extLst>
              <a:ext uri="{FF2B5EF4-FFF2-40B4-BE49-F238E27FC236}">
                <a16:creationId xmlns:a16="http://schemas.microsoft.com/office/drawing/2014/main" id="{839311CD-FC14-CA19-B667-33DE8399D6C0}"/>
              </a:ext>
            </a:extLst>
          </p:cNvPr>
          <p:cNvSpPr txBox="1"/>
          <p:nvPr/>
        </p:nvSpPr>
        <p:spPr>
          <a:xfrm>
            <a:off x="5795692" y="4764415"/>
            <a:ext cx="4256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>
                <a:solidFill>
                  <a:schemeClr val="bg1"/>
                </a:solidFill>
              </a:rPr>
              <a:t>Statistika - točkovanje</a:t>
            </a:r>
          </a:p>
        </p:txBody>
      </p:sp>
      <p:sp>
        <p:nvSpPr>
          <p:cNvPr id="18" name="PoljeZBesedilom 17">
            <a:extLst>
              <a:ext uri="{FF2B5EF4-FFF2-40B4-BE49-F238E27FC236}">
                <a16:creationId xmlns:a16="http://schemas.microsoft.com/office/drawing/2014/main" id="{3CDC0C3F-DCE5-D4CC-A0A4-DFE8B7365C81}"/>
              </a:ext>
            </a:extLst>
          </p:cNvPr>
          <p:cNvSpPr txBox="1"/>
          <p:nvPr/>
        </p:nvSpPr>
        <p:spPr>
          <a:xfrm>
            <a:off x="5795692" y="4194982"/>
            <a:ext cx="39488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>
                <a:solidFill>
                  <a:schemeClr val="bg1"/>
                </a:solidFill>
              </a:rPr>
              <a:t>Merjenje časa</a:t>
            </a:r>
          </a:p>
        </p:txBody>
      </p:sp>
      <p:sp>
        <p:nvSpPr>
          <p:cNvPr id="19" name="PoljeZBesedilom 18">
            <a:extLst>
              <a:ext uri="{FF2B5EF4-FFF2-40B4-BE49-F238E27FC236}">
                <a16:creationId xmlns:a16="http://schemas.microsoft.com/office/drawing/2014/main" id="{0DFE0CCC-9569-5424-647A-9F2DDE81F44A}"/>
              </a:ext>
            </a:extLst>
          </p:cNvPr>
          <p:cNvSpPr txBox="1"/>
          <p:nvPr/>
        </p:nvSpPr>
        <p:spPr>
          <a:xfrm>
            <a:off x="908050" y="6934723"/>
            <a:ext cx="3805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400" dirty="0">
                <a:solidFill>
                  <a:schemeClr val="bg1"/>
                </a:solidFill>
              </a:rPr>
              <a:t>Matija Čoh, </a:t>
            </a:r>
          </a:p>
          <a:p>
            <a:r>
              <a:rPr lang="sl-SI" sz="2400" dirty="0">
                <a:solidFill>
                  <a:schemeClr val="bg1"/>
                </a:solidFill>
              </a:rPr>
              <a:t>Aleš Fon Cafnik, </a:t>
            </a:r>
          </a:p>
          <a:p>
            <a:r>
              <a:rPr lang="sl-SI" sz="2400" dirty="0">
                <a:solidFill>
                  <a:schemeClr val="bg1"/>
                </a:solidFill>
              </a:rPr>
              <a:t>Miha </a:t>
            </a:r>
            <a:r>
              <a:rPr lang="sl-SI" sz="2400" dirty="0" err="1">
                <a:solidFill>
                  <a:schemeClr val="bg1"/>
                </a:solidFill>
              </a:rPr>
              <a:t>Govedič</a:t>
            </a:r>
            <a:endParaRPr lang="sl-SI" sz="2400" dirty="0">
              <a:solidFill>
                <a:schemeClr val="bg1"/>
              </a:solidFill>
            </a:endParaRPr>
          </a:p>
        </p:txBody>
      </p:sp>
      <p:sp>
        <p:nvSpPr>
          <p:cNvPr id="20" name="PoljeZBesedilom 19">
            <a:extLst>
              <a:ext uri="{FF2B5EF4-FFF2-40B4-BE49-F238E27FC236}">
                <a16:creationId xmlns:a16="http://schemas.microsoft.com/office/drawing/2014/main" id="{BA38D773-AF20-3D56-835A-21393C4AA730}"/>
              </a:ext>
            </a:extLst>
          </p:cNvPr>
          <p:cNvSpPr txBox="1"/>
          <p:nvPr/>
        </p:nvSpPr>
        <p:spPr>
          <a:xfrm>
            <a:off x="5795692" y="5714501"/>
            <a:ext cx="67138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6000" dirty="0">
                <a:latin typeface="Arial" panose="020B0604020202020204" pitchFamily="34" charset="0"/>
                <a:cs typeface="Arial" panose="020B0604020202020204" pitchFamily="34" charset="0"/>
              </a:rPr>
              <a:t>Tehnologije</a:t>
            </a:r>
          </a:p>
        </p:txBody>
      </p:sp>
      <p:sp>
        <p:nvSpPr>
          <p:cNvPr id="21" name="object 3">
            <a:extLst>
              <a:ext uri="{FF2B5EF4-FFF2-40B4-BE49-F238E27FC236}">
                <a16:creationId xmlns:a16="http://schemas.microsoft.com/office/drawing/2014/main" id="{381C7F1A-F08C-8EF5-CDD0-BD6C906E1954}"/>
              </a:ext>
            </a:extLst>
          </p:cNvPr>
          <p:cNvSpPr/>
          <p:nvPr/>
        </p:nvSpPr>
        <p:spPr>
          <a:xfrm>
            <a:off x="908050" y="5890485"/>
            <a:ext cx="1937385" cy="290195"/>
          </a:xfrm>
          <a:custGeom>
            <a:avLst/>
            <a:gdLst/>
            <a:ahLst/>
            <a:cxnLst/>
            <a:rect l="l" t="t" r="r" b="b"/>
            <a:pathLst>
              <a:path w="1937385" h="290195">
                <a:moveTo>
                  <a:pt x="97718" y="10976"/>
                </a:moveTo>
                <a:lnTo>
                  <a:pt x="0" y="10976"/>
                </a:lnTo>
                <a:lnTo>
                  <a:pt x="0" y="285123"/>
                </a:lnTo>
                <a:lnTo>
                  <a:pt x="41362" y="285123"/>
                </a:lnTo>
                <a:lnTo>
                  <a:pt x="41362" y="188743"/>
                </a:lnTo>
                <a:lnTo>
                  <a:pt x="30386" y="188743"/>
                </a:lnTo>
                <a:lnTo>
                  <a:pt x="30386" y="153672"/>
                </a:lnTo>
                <a:lnTo>
                  <a:pt x="41362" y="153672"/>
                </a:lnTo>
                <a:lnTo>
                  <a:pt x="41362" y="46449"/>
                </a:lnTo>
                <a:lnTo>
                  <a:pt x="177248" y="46449"/>
                </a:lnTo>
                <a:lnTo>
                  <a:pt x="139533" y="17527"/>
                </a:lnTo>
                <a:lnTo>
                  <a:pt x="113028" y="11704"/>
                </a:lnTo>
                <a:lnTo>
                  <a:pt x="97718" y="10976"/>
                </a:lnTo>
                <a:close/>
              </a:path>
              <a:path w="1937385" h="290195">
                <a:moveTo>
                  <a:pt x="41362" y="153672"/>
                </a:moveTo>
                <a:lnTo>
                  <a:pt x="30386" y="153672"/>
                </a:lnTo>
                <a:lnTo>
                  <a:pt x="30386" y="188743"/>
                </a:lnTo>
                <a:lnTo>
                  <a:pt x="41362" y="188743"/>
                </a:lnTo>
                <a:lnTo>
                  <a:pt x="41362" y="153672"/>
                </a:lnTo>
                <a:close/>
              </a:path>
              <a:path w="1937385" h="290195">
                <a:moveTo>
                  <a:pt x="177248" y="46449"/>
                </a:moveTo>
                <a:lnTo>
                  <a:pt x="93300" y="46449"/>
                </a:lnTo>
                <a:lnTo>
                  <a:pt x="103106" y="46876"/>
                </a:lnTo>
                <a:lnTo>
                  <a:pt x="111907" y="48156"/>
                </a:lnTo>
                <a:lnTo>
                  <a:pt x="145105" y="72150"/>
                </a:lnTo>
                <a:lnTo>
                  <a:pt x="150994" y="99726"/>
                </a:lnTo>
                <a:lnTo>
                  <a:pt x="150626" y="107281"/>
                </a:lnTo>
                <a:lnTo>
                  <a:pt x="132505" y="142846"/>
                </a:lnTo>
                <a:lnTo>
                  <a:pt x="93836" y="153672"/>
                </a:lnTo>
                <a:lnTo>
                  <a:pt x="41362" y="153672"/>
                </a:lnTo>
                <a:lnTo>
                  <a:pt x="41362" y="188743"/>
                </a:lnTo>
                <a:lnTo>
                  <a:pt x="97584" y="188743"/>
                </a:lnTo>
                <a:lnTo>
                  <a:pt x="112836" y="188015"/>
                </a:lnTo>
                <a:lnTo>
                  <a:pt x="150459" y="177097"/>
                </a:lnTo>
                <a:lnTo>
                  <a:pt x="182050" y="145238"/>
                </a:lnTo>
                <a:lnTo>
                  <a:pt x="192625" y="99726"/>
                </a:lnTo>
                <a:lnTo>
                  <a:pt x="191973" y="87461"/>
                </a:lnTo>
                <a:lnTo>
                  <a:pt x="190015" y="75832"/>
                </a:lnTo>
                <a:lnTo>
                  <a:pt x="186752" y="64838"/>
                </a:lnTo>
                <a:lnTo>
                  <a:pt x="182184" y="54481"/>
                </a:lnTo>
                <a:lnTo>
                  <a:pt x="177248" y="46449"/>
                </a:lnTo>
                <a:close/>
              </a:path>
              <a:path w="1937385" h="290195">
                <a:moveTo>
                  <a:pt x="266118" y="79513"/>
                </a:moveTo>
                <a:lnTo>
                  <a:pt x="227433" y="79513"/>
                </a:lnTo>
                <a:lnTo>
                  <a:pt x="227433" y="285123"/>
                </a:lnTo>
                <a:lnTo>
                  <a:pt x="267457" y="285123"/>
                </a:lnTo>
                <a:lnTo>
                  <a:pt x="267457" y="150637"/>
                </a:lnTo>
                <a:lnTo>
                  <a:pt x="269599" y="142695"/>
                </a:lnTo>
                <a:lnTo>
                  <a:pt x="273882" y="135734"/>
                </a:lnTo>
                <a:lnTo>
                  <a:pt x="278166" y="128684"/>
                </a:lnTo>
                <a:lnTo>
                  <a:pt x="283966" y="123196"/>
                </a:lnTo>
                <a:lnTo>
                  <a:pt x="316584" y="113246"/>
                </a:lnTo>
                <a:lnTo>
                  <a:pt x="337466" y="113246"/>
                </a:lnTo>
                <a:lnTo>
                  <a:pt x="337466" y="112175"/>
                </a:lnTo>
                <a:lnTo>
                  <a:pt x="266118" y="112175"/>
                </a:lnTo>
                <a:lnTo>
                  <a:pt x="266118" y="79513"/>
                </a:lnTo>
                <a:close/>
              </a:path>
              <a:path w="1937385" h="290195">
                <a:moveTo>
                  <a:pt x="337466" y="113246"/>
                </a:moveTo>
                <a:lnTo>
                  <a:pt x="320689" y="113246"/>
                </a:lnTo>
                <a:lnTo>
                  <a:pt x="324794" y="113558"/>
                </a:lnTo>
                <a:lnTo>
                  <a:pt x="328899" y="114183"/>
                </a:lnTo>
                <a:lnTo>
                  <a:pt x="333004" y="114718"/>
                </a:lnTo>
                <a:lnTo>
                  <a:pt x="335860" y="115209"/>
                </a:lnTo>
                <a:lnTo>
                  <a:pt x="337466" y="115655"/>
                </a:lnTo>
                <a:lnTo>
                  <a:pt x="337466" y="113246"/>
                </a:lnTo>
                <a:close/>
              </a:path>
              <a:path w="1937385" h="290195">
                <a:moveTo>
                  <a:pt x="322965" y="76434"/>
                </a:moveTo>
                <a:lnTo>
                  <a:pt x="320466" y="76434"/>
                </a:lnTo>
                <a:lnTo>
                  <a:pt x="311665" y="77036"/>
                </a:lnTo>
                <a:lnTo>
                  <a:pt x="276024" y="97350"/>
                </a:lnTo>
                <a:lnTo>
                  <a:pt x="268260" y="112175"/>
                </a:lnTo>
                <a:lnTo>
                  <a:pt x="337466" y="112175"/>
                </a:lnTo>
                <a:lnTo>
                  <a:pt x="337466" y="77371"/>
                </a:lnTo>
                <a:lnTo>
                  <a:pt x="335503" y="77103"/>
                </a:lnTo>
                <a:lnTo>
                  <a:pt x="332781" y="76880"/>
                </a:lnTo>
                <a:lnTo>
                  <a:pt x="325910" y="76523"/>
                </a:lnTo>
                <a:lnTo>
                  <a:pt x="322965" y="76434"/>
                </a:lnTo>
                <a:close/>
              </a:path>
              <a:path w="1937385" h="290195">
                <a:moveTo>
                  <a:pt x="511581" y="109230"/>
                </a:moveTo>
                <a:lnTo>
                  <a:pt x="441848" y="109230"/>
                </a:lnTo>
                <a:lnTo>
                  <a:pt x="450950" y="109832"/>
                </a:lnTo>
                <a:lnTo>
                  <a:pt x="458848" y="111639"/>
                </a:lnTo>
                <a:lnTo>
                  <a:pt x="480935" y="146042"/>
                </a:lnTo>
                <a:lnTo>
                  <a:pt x="480935" y="151798"/>
                </a:lnTo>
                <a:lnTo>
                  <a:pt x="428997" y="165585"/>
                </a:lnTo>
                <a:lnTo>
                  <a:pt x="421735" y="166556"/>
                </a:lnTo>
                <a:lnTo>
                  <a:pt x="380774" y="177499"/>
                </a:lnTo>
                <a:lnTo>
                  <a:pt x="351826" y="211165"/>
                </a:lnTo>
                <a:lnTo>
                  <a:pt x="350153" y="227027"/>
                </a:lnTo>
                <a:lnTo>
                  <a:pt x="350722" y="236741"/>
                </a:lnTo>
                <a:lnTo>
                  <a:pt x="370132" y="273444"/>
                </a:lnTo>
                <a:lnTo>
                  <a:pt x="410089" y="289222"/>
                </a:lnTo>
                <a:lnTo>
                  <a:pt x="419627" y="289674"/>
                </a:lnTo>
                <a:lnTo>
                  <a:pt x="427826" y="289365"/>
                </a:lnTo>
                <a:lnTo>
                  <a:pt x="473930" y="267275"/>
                </a:lnTo>
                <a:lnTo>
                  <a:pt x="480132" y="257548"/>
                </a:lnTo>
                <a:lnTo>
                  <a:pt x="428328" y="257548"/>
                </a:lnTo>
                <a:lnTo>
                  <a:pt x="420204" y="257079"/>
                </a:lnTo>
                <a:lnTo>
                  <a:pt x="389374" y="237468"/>
                </a:lnTo>
                <a:lnTo>
                  <a:pt x="389374" y="220424"/>
                </a:lnTo>
                <a:lnTo>
                  <a:pt x="423777" y="196418"/>
                </a:lnTo>
                <a:lnTo>
                  <a:pt x="443856" y="193830"/>
                </a:lnTo>
                <a:lnTo>
                  <a:pt x="458982" y="191554"/>
                </a:lnTo>
                <a:lnTo>
                  <a:pt x="481069" y="184460"/>
                </a:lnTo>
                <a:lnTo>
                  <a:pt x="521093" y="184460"/>
                </a:lnTo>
                <a:lnTo>
                  <a:pt x="520978" y="146042"/>
                </a:lnTo>
                <a:lnTo>
                  <a:pt x="513329" y="112041"/>
                </a:lnTo>
                <a:lnTo>
                  <a:pt x="511581" y="109230"/>
                </a:lnTo>
                <a:close/>
              </a:path>
              <a:path w="1937385" h="290195">
                <a:moveTo>
                  <a:pt x="521093" y="257012"/>
                </a:moveTo>
                <a:lnTo>
                  <a:pt x="482006" y="257012"/>
                </a:lnTo>
                <a:lnTo>
                  <a:pt x="482006" y="285123"/>
                </a:lnTo>
                <a:lnTo>
                  <a:pt x="521093" y="285123"/>
                </a:lnTo>
                <a:lnTo>
                  <a:pt x="521093" y="257012"/>
                </a:lnTo>
                <a:close/>
              </a:path>
              <a:path w="1937385" h="290195">
                <a:moveTo>
                  <a:pt x="521093" y="184460"/>
                </a:moveTo>
                <a:lnTo>
                  <a:pt x="481069" y="184460"/>
                </a:lnTo>
                <a:lnTo>
                  <a:pt x="481069" y="219085"/>
                </a:lnTo>
                <a:lnTo>
                  <a:pt x="478972" y="226715"/>
                </a:lnTo>
                <a:lnTo>
                  <a:pt x="474778" y="233854"/>
                </a:lnTo>
                <a:lnTo>
                  <a:pt x="470673" y="240904"/>
                </a:lnTo>
                <a:lnTo>
                  <a:pt x="464649" y="246616"/>
                </a:lnTo>
                <a:lnTo>
                  <a:pt x="428328" y="257548"/>
                </a:lnTo>
                <a:lnTo>
                  <a:pt x="480132" y="257548"/>
                </a:lnTo>
                <a:lnTo>
                  <a:pt x="480400" y="257012"/>
                </a:lnTo>
                <a:lnTo>
                  <a:pt x="521093" y="257012"/>
                </a:lnTo>
                <a:lnTo>
                  <a:pt x="521093" y="184460"/>
                </a:lnTo>
                <a:close/>
              </a:path>
              <a:path w="1937385" h="290195">
                <a:moveTo>
                  <a:pt x="441312" y="76836"/>
                </a:moveTo>
                <a:lnTo>
                  <a:pt x="397649" y="85202"/>
                </a:lnTo>
                <a:lnTo>
                  <a:pt x="364677" y="112376"/>
                </a:lnTo>
                <a:lnTo>
                  <a:pt x="356445" y="129309"/>
                </a:lnTo>
                <a:lnTo>
                  <a:pt x="394060" y="137876"/>
                </a:lnTo>
                <a:lnTo>
                  <a:pt x="397004" y="130648"/>
                </a:lnTo>
                <a:lnTo>
                  <a:pt x="402314" y="124088"/>
                </a:lnTo>
                <a:lnTo>
                  <a:pt x="441848" y="109230"/>
                </a:lnTo>
                <a:lnTo>
                  <a:pt x="511581" y="109230"/>
                </a:lnTo>
                <a:lnTo>
                  <a:pt x="509171" y="105356"/>
                </a:lnTo>
                <a:lnTo>
                  <a:pt x="474259" y="81487"/>
                </a:lnTo>
                <a:lnTo>
                  <a:pt x="447562" y="77020"/>
                </a:lnTo>
                <a:lnTo>
                  <a:pt x="441312" y="76836"/>
                </a:lnTo>
                <a:close/>
              </a:path>
              <a:path w="1937385" h="290195">
                <a:moveTo>
                  <a:pt x="603957" y="10976"/>
                </a:moveTo>
                <a:lnTo>
                  <a:pt x="563933" y="10976"/>
                </a:lnTo>
                <a:lnTo>
                  <a:pt x="563933" y="285123"/>
                </a:lnTo>
                <a:lnTo>
                  <a:pt x="603957" y="285123"/>
                </a:lnTo>
                <a:lnTo>
                  <a:pt x="603957" y="215381"/>
                </a:lnTo>
                <a:lnTo>
                  <a:pt x="600744" y="215381"/>
                </a:lnTo>
                <a:lnTo>
                  <a:pt x="600477" y="166522"/>
                </a:lnTo>
                <a:lnTo>
                  <a:pt x="603957" y="166522"/>
                </a:lnTo>
                <a:lnTo>
                  <a:pt x="603957" y="10976"/>
                </a:lnTo>
                <a:close/>
              </a:path>
              <a:path w="1937385" h="290195">
                <a:moveTo>
                  <a:pt x="654041" y="167763"/>
                </a:moveTo>
                <a:lnTo>
                  <a:pt x="643847" y="178570"/>
                </a:lnTo>
                <a:lnTo>
                  <a:pt x="637556" y="178570"/>
                </a:lnTo>
                <a:lnTo>
                  <a:pt x="623835" y="192290"/>
                </a:lnTo>
                <a:lnTo>
                  <a:pt x="693777" y="285123"/>
                </a:lnTo>
                <a:lnTo>
                  <a:pt x="742904" y="285123"/>
                </a:lnTo>
                <a:lnTo>
                  <a:pt x="654041" y="167763"/>
                </a:lnTo>
                <a:close/>
              </a:path>
              <a:path w="1937385" h="290195">
                <a:moveTo>
                  <a:pt x="603957" y="166522"/>
                </a:moveTo>
                <a:lnTo>
                  <a:pt x="600477" y="166522"/>
                </a:lnTo>
                <a:lnTo>
                  <a:pt x="600744" y="215381"/>
                </a:lnTo>
                <a:lnTo>
                  <a:pt x="603957" y="212169"/>
                </a:lnTo>
                <a:lnTo>
                  <a:pt x="603957" y="166522"/>
                </a:lnTo>
                <a:close/>
              </a:path>
              <a:path w="1937385" h="290195">
                <a:moveTo>
                  <a:pt x="603957" y="212169"/>
                </a:moveTo>
                <a:lnTo>
                  <a:pt x="600744" y="215381"/>
                </a:lnTo>
                <a:lnTo>
                  <a:pt x="603957" y="215381"/>
                </a:lnTo>
                <a:lnTo>
                  <a:pt x="603957" y="212169"/>
                </a:lnTo>
                <a:close/>
              </a:path>
              <a:path w="1937385" h="290195">
                <a:moveTo>
                  <a:pt x="737282" y="79513"/>
                </a:moveTo>
                <a:lnTo>
                  <a:pt x="689360" y="79513"/>
                </a:lnTo>
                <a:lnTo>
                  <a:pt x="607437" y="166522"/>
                </a:lnTo>
                <a:lnTo>
                  <a:pt x="603957" y="166522"/>
                </a:lnTo>
                <a:lnTo>
                  <a:pt x="603957" y="212169"/>
                </a:lnTo>
                <a:lnTo>
                  <a:pt x="623835" y="192290"/>
                </a:lnTo>
                <a:lnTo>
                  <a:pt x="620154" y="187405"/>
                </a:lnTo>
                <a:lnTo>
                  <a:pt x="647729" y="159428"/>
                </a:lnTo>
                <a:lnTo>
                  <a:pt x="661903" y="159428"/>
                </a:lnTo>
                <a:lnTo>
                  <a:pt x="737282" y="79513"/>
                </a:lnTo>
                <a:close/>
              </a:path>
              <a:path w="1937385" h="290195">
                <a:moveTo>
                  <a:pt x="647729" y="159428"/>
                </a:moveTo>
                <a:lnTo>
                  <a:pt x="620154" y="187405"/>
                </a:lnTo>
                <a:lnTo>
                  <a:pt x="623835" y="192290"/>
                </a:lnTo>
                <a:lnTo>
                  <a:pt x="637556" y="178570"/>
                </a:lnTo>
                <a:lnTo>
                  <a:pt x="643847" y="178570"/>
                </a:lnTo>
                <a:lnTo>
                  <a:pt x="654041" y="167763"/>
                </a:lnTo>
                <a:lnTo>
                  <a:pt x="647729" y="159428"/>
                </a:lnTo>
                <a:close/>
              </a:path>
              <a:path w="1937385" h="290195">
                <a:moveTo>
                  <a:pt x="661903" y="159428"/>
                </a:moveTo>
                <a:lnTo>
                  <a:pt x="647729" y="159428"/>
                </a:lnTo>
                <a:lnTo>
                  <a:pt x="654041" y="167763"/>
                </a:lnTo>
                <a:lnTo>
                  <a:pt x="661903" y="159428"/>
                </a:lnTo>
                <a:close/>
              </a:path>
              <a:path w="1937385" h="290195">
                <a:moveTo>
                  <a:pt x="817100" y="30252"/>
                </a:moveTo>
                <a:lnTo>
                  <a:pt x="777076" y="30252"/>
                </a:lnTo>
                <a:lnTo>
                  <a:pt x="777076" y="233051"/>
                </a:lnTo>
                <a:lnTo>
                  <a:pt x="790052" y="269729"/>
                </a:lnTo>
                <a:lnTo>
                  <a:pt x="829282" y="287549"/>
                </a:lnTo>
                <a:lnTo>
                  <a:pt x="837046" y="287800"/>
                </a:lnTo>
                <a:lnTo>
                  <a:pt x="843471" y="287711"/>
                </a:lnTo>
                <a:lnTo>
                  <a:pt x="848825" y="287175"/>
                </a:lnTo>
                <a:lnTo>
                  <a:pt x="853109" y="286194"/>
                </a:lnTo>
                <a:lnTo>
                  <a:pt x="857393" y="285301"/>
                </a:lnTo>
                <a:lnTo>
                  <a:pt x="860694" y="284409"/>
                </a:lnTo>
                <a:lnTo>
                  <a:pt x="863015" y="283517"/>
                </a:lnTo>
                <a:lnTo>
                  <a:pt x="856167" y="252193"/>
                </a:lnTo>
                <a:lnTo>
                  <a:pt x="837358" y="252193"/>
                </a:lnTo>
                <a:lnTo>
                  <a:pt x="833298" y="251524"/>
                </a:lnTo>
                <a:lnTo>
                  <a:pt x="817207" y="233051"/>
                </a:lnTo>
                <a:lnTo>
                  <a:pt x="817100" y="30252"/>
                </a:lnTo>
                <a:close/>
              </a:path>
              <a:path w="1937385" h="290195">
                <a:moveTo>
                  <a:pt x="855786" y="250453"/>
                </a:moveTo>
                <a:lnTo>
                  <a:pt x="854448" y="250721"/>
                </a:lnTo>
                <a:lnTo>
                  <a:pt x="847755" y="251970"/>
                </a:lnTo>
                <a:lnTo>
                  <a:pt x="844943" y="252193"/>
                </a:lnTo>
                <a:lnTo>
                  <a:pt x="856167" y="252193"/>
                </a:lnTo>
                <a:lnTo>
                  <a:pt x="855786" y="250453"/>
                </a:lnTo>
                <a:close/>
              </a:path>
              <a:path w="1937385" h="290195">
                <a:moveTo>
                  <a:pt x="777076" y="79513"/>
                </a:moveTo>
                <a:lnTo>
                  <a:pt x="746957" y="79513"/>
                </a:lnTo>
                <a:lnTo>
                  <a:pt x="746957" y="111639"/>
                </a:lnTo>
                <a:lnTo>
                  <a:pt x="777076" y="111639"/>
                </a:lnTo>
                <a:lnTo>
                  <a:pt x="777076" y="79513"/>
                </a:lnTo>
                <a:close/>
              </a:path>
              <a:path w="1937385" h="290195">
                <a:moveTo>
                  <a:pt x="859267" y="79513"/>
                </a:moveTo>
                <a:lnTo>
                  <a:pt x="817100" y="79513"/>
                </a:lnTo>
                <a:lnTo>
                  <a:pt x="817100" y="111639"/>
                </a:lnTo>
                <a:lnTo>
                  <a:pt x="859267" y="111639"/>
                </a:lnTo>
                <a:lnTo>
                  <a:pt x="859267" y="79513"/>
                </a:lnTo>
                <a:close/>
              </a:path>
              <a:path w="1937385" h="290195">
                <a:moveTo>
                  <a:pt x="933094" y="79513"/>
                </a:moveTo>
                <a:lnTo>
                  <a:pt x="893070" y="79513"/>
                </a:lnTo>
                <a:lnTo>
                  <a:pt x="893070" y="285123"/>
                </a:lnTo>
                <a:lnTo>
                  <a:pt x="933094" y="285123"/>
                </a:lnTo>
                <a:lnTo>
                  <a:pt x="933094" y="79513"/>
                </a:lnTo>
                <a:close/>
              </a:path>
              <a:path w="1937385" h="290195">
                <a:moveTo>
                  <a:pt x="920244" y="0"/>
                </a:moveTo>
                <a:lnTo>
                  <a:pt x="906322" y="0"/>
                </a:lnTo>
                <a:lnTo>
                  <a:pt x="900343" y="2364"/>
                </a:lnTo>
                <a:lnTo>
                  <a:pt x="890438" y="11735"/>
                </a:lnTo>
                <a:lnTo>
                  <a:pt x="887983" y="17357"/>
                </a:lnTo>
                <a:lnTo>
                  <a:pt x="887983" y="30475"/>
                </a:lnTo>
                <a:lnTo>
                  <a:pt x="890438" y="36097"/>
                </a:lnTo>
                <a:lnTo>
                  <a:pt x="895346" y="40827"/>
                </a:lnTo>
                <a:lnTo>
                  <a:pt x="900343" y="45468"/>
                </a:lnTo>
                <a:lnTo>
                  <a:pt x="906322" y="47788"/>
                </a:lnTo>
                <a:lnTo>
                  <a:pt x="920244" y="47788"/>
                </a:lnTo>
                <a:lnTo>
                  <a:pt x="926178" y="45468"/>
                </a:lnTo>
                <a:lnTo>
                  <a:pt x="936084" y="36097"/>
                </a:lnTo>
                <a:lnTo>
                  <a:pt x="938583" y="30475"/>
                </a:lnTo>
                <a:lnTo>
                  <a:pt x="938583" y="17357"/>
                </a:lnTo>
                <a:lnTo>
                  <a:pt x="936084" y="11735"/>
                </a:lnTo>
                <a:lnTo>
                  <a:pt x="931087" y="7094"/>
                </a:lnTo>
                <a:lnTo>
                  <a:pt x="926178" y="2364"/>
                </a:lnTo>
                <a:lnTo>
                  <a:pt x="920244" y="0"/>
                </a:lnTo>
                <a:close/>
              </a:path>
              <a:path w="1937385" h="290195">
                <a:moveTo>
                  <a:pt x="1016493" y="10976"/>
                </a:moveTo>
                <a:lnTo>
                  <a:pt x="976469" y="10976"/>
                </a:lnTo>
                <a:lnTo>
                  <a:pt x="976469" y="285123"/>
                </a:lnTo>
                <a:lnTo>
                  <a:pt x="1016493" y="285123"/>
                </a:lnTo>
                <a:lnTo>
                  <a:pt x="1016493" y="215381"/>
                </a:lnTo>
                <a:lnTo>
                  <a:pt x="1013281" y="215381"/>
                </a:lnTo>
                <a:lnTo>
                  <a:pt x="1013013" y="166522"/>
                </a:lnTo>
                <a:lnTo>
                  <a:pt x="1016493" y="166522"/>
                </a:lnTo>
                <a:lnTo>
                  <a:pt x="1016493" y="10976"/>
                </a:lnTo>
                <a:close/>
              </a:path>
              <a:path w="1937385" h="290195">
                <a:moveTo>
                  <a:pt x="1066577" y="167763"/>
                </a:moveTo>
                <a:lnTo>
                  <a:pt x="1056384" y="178570"/>
                </a:lnTo>
                <a:lnTo>
                  <a:pt x="1050092" y="178570"/>
                </a:lnTo>
                <a:lnTo>
                  <a:pt x="1036372" y="192290"/>
                </a:lnTo>
                <a:lnTo>
                  <a:pt x="1106314" y="285123"/>
                </a:lnTo>
                <a:lnTo>
                  <a:pt x="1155441" y="285123"/>
                </a:lnTo>
                <a:lnTo>
                  <a:pt x="1066577" y="167763"/>
                </a:lnTo>
                <a:close/>
              </a:path>
              <a:path w="1937385" h="290195">
                <a:moveTo>
                  <a:pt x="1016493" y="166522"/>
                </a:moveTo>
                <a:lnTo>
                  <a:pt x="1013013" y="166522"/>
                </a:lnTo>
                <a:lnTo>
                  <a:pt x="1013281" y="215381"/>
                </a:lnTo>
                <a:lnTo>
                  <a:pt x="1016493" y="212169"/>
                </a:lnTo>
                <a:lnTo>
                  <a:pt x="1016493" y="166522"/>
                </a:lnTo>
                <a:close/>
              </a:path>
              <a:path w="1937385" h="290195">
                <a:moveTo>
                  <a:pt x="1016493" y="212169"/>
                </a:moveTo>
                <a:lnTo>
                  <a:pt x="1013281" y="215381"/>
                </a:lnTo>
                <a:lnTo>
                  <a:pt x="1016493" y="215381"/>
                </a:lnTo>
                <a:lnTo>
                  <a:pt x="1016493" y="212169"/>
                </a:lnTo>
                <a:close/>
              </a:path>
              <a:path w="1937385" h="290195">
                <a:moveTo>
                  <a:pt x="1149819" y="79513"/>
                </a:moveTo>
                <a:lnTo>
                  <a:pt x="1101897" y="79513"/>
                </a:lnTo>
                <a:lnTo>
                  <a:pt x="1019974" y="166522"/>
                </a:lnTo>
                <a:lnTo>
                  <a:pt x="1016493" y="166522"/>
                </a:lnTo>
                <a:lnTo>
                  <a:pt x="1016493" y="212169"/>
                </a:lnTo>
                <a:lnTo>
                  <a:pt x="1036372" y="192290"/>
                </a:lnTo>
                <a:lnTo>
                  <a:pt x="1032691" y="187405"/>
                </a:lnTo>
                <a:lnTo>
                  <a:pt x="1060266" y="159428"/>
                </a:lnTo>
                <a:lnTo>
                  <a:pt x="1074440" y="159428"/>
                </a:lnTo>
                <a:lnTo>
                  <a:pt x="1149819" y="79513"/>
                </a:lnTo>
                <a:close/>
              </a:path>
              <a:path w="1937385" h="290195">
                <a:moveTo>
                  <a:pt x="1060266" y="159428"/>
                </a:moveTo>
                <a:lnTo>
                  <a:pt x="1032691" y="187405"/>
                </a:lnTo>
                <a:lnTo>
                  <a:pt x="1036372" y="192290"/>
                </a:lnTo>
                <a:lnTo>
                  <a:pt x="1050092" y="178570"/>
                </a:lnTo>
                <a:lnTo>
                  <a:pt x="1056384" y="178570"/>
                </a:lnTo>
                <a:lnTo>
                  <a:pt x="1066577" y="167763"/>
                </a:lnTo>
                <a:lnTo>
                  <a:pt x="1060266" y="159428"/>
                </a:lnTo>
                <a:close/>
              </a:path>
              <a:path w="1937385" h="290195">
                <a:moveTo>
                  <a:pt x="1074440" y="159428"/>
                </a:moveTo>
                <a:lnTo>
                  <a:pt x="1060266" y="159428"/>
                </a:lnTo>
                <a:lnTo>
                  <a:pt x="1066577" y="167763"/>
                </a:lnTo>
                <a:lnTo>
                  <a:pt x="1074440" y="159428"/>
                </a:lnTo>
                <a:close/>
              </a:path>
              <a:path w="1937385" h="290195">
                <a:moveTo>
                  <a:pt x="1215849" y="79513"/>
                </a:moveTo>
                <a:lnTo>
                  <a:pt x="1175825" y="79513"/>
                </a:lnTo>
                <a:lnTo>
                  <a:pt x="1175825" y="210295"/>
                </a:lnTo>
                <a:lnTo>
                  <a:pt x="1184392" y="252996"/>
                </a:lnTo>
                <a:lnTo>
                  <a:pt x="1216134" y="282906"/>
                </a:lnTo>
                <a:lnTo>
                  <a:pt x="1243291" y="287800"/>
                </a:lnTo>
                <a:lnTo>
                  <a:pt x="1254393" y="287122"/>
                </a:lnTo>
                <a:lnTo>
                  <a:pt x="1289272" y="271126"/>
                </a:lnTo>
                <a:lnTo>
                  <a:pt x="1303763" y="251390"/>
                </a:lnTo>
                <a:lnTo>
                  <a:pt x="1257748" y="251390"/>
                </a:lnTo>
                <a:lnTo>
                  <a:pt x="1248879" y="250612"/>
                </a:lnTo>
                <a:lnTo>
                  <a:pt x="1218761" y="224350"/>
                </a:lnTo>
                <a:lnTo>
                  <a:pt x="1215849" y="205476"/>
                </a:lnTo>
                <a:lnTo>
                  <a:pt x="1215849" y="79513"/>
                </a:lnTo>
                <a:close/>
              </a:path>
              <a:path w="1937385" h="290195">
                <a:moveTo>
                  <a:pt x="1346230" y="249516"/>
                </a:moveTo>
                <a:lnTo>
                  <a:pt x="1306875" y="249516"/>
                </a:lnTo>
                <a:lnTo>
                  <a:pt x="1306875" y="285123"/>
                </a:lnTo>
                <a:lnTo>
                  <a:pt x="1346230" y="285123"/>
                </a:lnTo>
                <a:lnTo>
                  <a:pt x="1346230" y="249516"/>
                </a:lnTo>
                <a:close/>
              </a:path>
              <a:path w="1937385" h="290195">
                <a:moveTo>
                  <a:pt x="1346230" y="79513"/>
                </a:moveTo>
                <a:lnTo>
                  <a:pt x="1306071" y="79513"/>
                </a:lnTo>
                <a:lnTo>
                  <a:pt x="1306071" y="199854"/>
                </a:lnTo>
                <a:lnTo>
                  <a:pt x="1305661" y="208237"/>
                </a:lnTo>
                <a:lnTo>
                  <a:pt x="1287599" y="242020"/>
                </a:lnTo>
                <a:lnTo>
                  <a:pt x="1265244" y="251390"/>
                </a:lnTo>
                <a:lnTo>
                  <a:pt x="1303763" y="251390"/>
                </a:lnTo>
                <a:lnTo>
                  <a:pt x="1304733" y="249516"/>
                </a:lnTo>
                <a:lnTo>
                  <a:pt x="1346230" y="249516"/>
                </a:lnTo>
                <a:lnTo>
                  <a:pt x="1346230" y="79513"/>
                </a:lnTo>
                <a:close/>
              </a:path>
              <a:path w="1937385" h="290195">
                <a:moveTo>
                  <a:pt x="1427955" y="79513"/>
                </a:moveTo>
                <a:lnTo>
                  <a:pt x="1389537" y="79513"/>
                </a:lnTo>
                <a:lnTo>
                  <a:pt x="1389537" y="285123"/>
                </a:lnTo>
                <a:lnTo>
                  <a:pt x="1429562" y="285123"/>
                </a:lnTo>
                <a:lnTo>
                  <a:pt x="1429562" y="149076"/>
                </a:lnTo>
                <a:lnTo>
                  <a:pt x="1431480" y="140910"/>
                </a:lnTo>
                <a:lnTo>
                  <a:pt x="1458538" y="112978"/>
                </a:lnTo>
                <a:lnTo>
                  <a:pt x="1427955" y="112978"/>
                </a:lnTo>
                <a:lnTo>
                  <a:pt x="1427955" y="79513"/>
                </a:lnTo>
                <a:close/>
              </a:path>
              <a:path w="1937385" h="290195">
                <a:moveTo>
                  <a:pt x="1540971" y="111372"/>
                </a:moveTo>
                <a:lnTo>
                  <a:pt x="1471728" y="111372"/>
                </a:lnTo>
                <a:lnTo>
                  <a:pt x="1479701" y="112007"/>
                </a:lnTo>
                <a:lnTo>
                  <a:pt x="1486888" y="113915"/>
                </a:lnTo>
                <a:lnTo>
                  <a:pt x="1509244" y="147246"/>
                </a:lnTo>
                <a:lnTo>
                  <a:pt x="1509343" y="285123"/>
                </a:lnTo>
                <a:lnTo>
                  <a:pt x="1549233" y="285123"/>
                </a:lnTo>
                <a:lnTo>
                  <a:pt x="1549233" y="154073"/>
                </a:lnTo>
                <a:lnTo>
                  <a:pt x="1549911" y="145130"/>
                </a:lnTo>
                <a:lnTo>
                  <a:pt x="1573094" y="114384"/>
                </a:lnTo>
                <a:lnTo>
                  <a:pt x="1578159" y="112978"/>
                </a:lnTo>
                <a:lnTo>
                  <a:pt x="1541737" y="112978"/>
                </a:lnTo>
                <a:lnTo>
                  <a:pt x="1540971" y="111372"/>
                </a:lnTo>
                <a:close/>
              </a:path>
              <a:path w="1937385" h="290195">
                <a:moveTo>
                  <a:pt x="1662296" y="111372"/>
                </a:moveTo>
                <a:lnTo>
                  <a:pt x="1590462" y="111372"/>
                </a:lnTo>
                <a:lnTo>
                  <a:pt x="1598084" y="111957"/>
                </a:lnTo>
                <a:lnTo>
                  <a:pt x="1605154" y="113714"/>
                </a:lnTo>
                <a:lnTo>
                  <a:pt x="1629014" y="150994"/>
                </a:lnTo>
                <a:lnTo>
                  <a:pt x="1629014" y="285123"/>
                </a:lnTo>
                <a:lnTo>
                  <a:pt x="1669039" y="285123"/>
                </a:lnTo>
                <a:lnTo>
                  <a:pt x="1669039" y="147246"/>
                </a:lnTo>
                <a:lnTo>
                  <a:pt x="1667926" y="130689"/>
                </a:lnTo>
                <a:lnTo>
                  <a:pt x="1664588" y="116358"/>
                </a:lnTo>
                <a:lnTo>
                  <a:pt x="1662296" y="111372"/>
                </a:lnTo>
                <a:close/>
              </a:path>
              <a:path w="1937385" h="290195">
                <a:moveTo>
                  <a:pt x="1486453" y="76836"/>
                </a:moveTo>
                <a:lnTo>
                  <a:pt x="1444683" y="91744"/>
                </a:lnTo>
                <a:lnTo>
                  <a:pt x="1430499" y="112978"/>
                </a:lnTo>
                <a:lnTo>
                  <a:pt x="1458538" y="112978"/>
                </a:lnTo>
                <a:lnTo>
                  <a:pt x="1464142" y="111372"/>
                </a:lnTo>
                <a:lnTo>
                  <a:pt x="1540971" y="111372"/>
                </a:lnTo>
                <a:lnTo>
                  <a:pt x="1513609" y="82257"/>
                </a:lnTo>
                <a:lnTo>
                  <a:pt x="1496341" y="77438"/>
                </a:lnTo>
                <a:lnTo>
                  <a:pt x="1486453" y="76836"/>
                </a:lnTo>
                <a:close/>
              </a:path>
              <a:path w="1937385" h="290195">
                <a:moveTo>
                  <a:pt x="1605589" y="76836"/>
                </a:moveTo>
                <a:lnTo>
                  <a:pt x="1567304" y="86741"/>
                </a:lnTo>
                <a:lnTo>
                  <a:pt x="1543879" y="112978"/>
                </a:lnTo>
                <a:lnTo>
                  <a:pt x="1578159" y="112978"/>
                </a:lnTo>
                <a:lnTo>
                  <a:pt x="1581234" y="112125"/>
                </a:lnTo>
                <a:lnTo>
                  <a:pt x="1590462" y="111372"/>
                </a:lnTo>
                <a:lnTo>
                  <a:pt x="1662296" y="111372"/>
                </a:lnTo>
                <a:lnTo>
                  <a:pt x="1659024" y="104252"/>
                </a:lnTo>
                <a:lnTo>
                  <a:pt x="1651235" y="94371"/>
                </a:lnTo>
                <a:lnTo>
                  <a:pt x="1641756" y="86699"/>
                </a:lnTo>
                <a:lnTo>
                  <a:pt x="1630989" y="81220"/>
                </a:lnTo>
                <a:lnTo>
                  <a:pt x="1618933" y="77932"/>
                </a:lnTo>
                <a:lnTo>
                  <a:pt x="1605589" y="76836"/>
                </a:lnTo>
                <a:close/>
              </a:path>
              <a:path w="1937385" h="290195">
                <a:moveTo>
                  <a:pt x="1846077" y="10976"/>
                </a:moveTo>
                <a:lnTo>
                  <a:pt x="1804714" y="10976"/>
                </a:lnTo>
                <a:lnTo>
                  <a:pt x="1804714" y="285123"/>
                </a:lnTo>
                <a:lnTo>
                  <a:pt x="1846077" y="285123"/>
                </a:lnTo>
                <a:lnTo>
                  <a:pt x="1846077" y="10976"/>
                </a:lnTo>
                <a:close/>
              </a:path>
              <a:path w="1937385" h="290195">
                <a:moveTo>
                  <a:pt x="1937206" y="10976"/>
                </a:moveTo>
                <a:lnTo>
                  <a:pt x="1895843" y="10976"/>
                </a:lnTo>
                <a:lnTo>
                  <a:pt x="1895843" y="285123"/>
                </a:lnTo>
                <a:lnTo>
                  <a:pt x="1937206" y="285123"/>
                </a:lnTo>
                <a:lnTo>
                  <a:pt x="1937206" y="1097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PoljeZBesedilom 21">
            <a:extLst>
              <a:ext uri="{FF2B5EF4-FFF2-40B4-BE49-F238E27FC236}">
                <a16:creationId xmlns:a16="http://schemas.microsoft.com/office/drawing/2014/main" id="{AC6B9ABC-1B2D-C6F2-8123-86E5AD9F981C}"/>
              </a:ext>
            </a:extLst>
          </p:cNvPr>
          <p:cNvSpPr txBox="1"/>
          <p:nvPr/>
        </p:nvSpPr>
        <p:spPr>
          <a:xfrm>
            <a:off x="5868956" y="8112661"/>
            <a:ext cx="67138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6000" dirty="0">
                <a:latin typeface="Arial" panose="020B0604020202020204" pitchFamily="34" charset="0"/>
                <a:cs typeface="Arial" panose="020B0604020202020204" pitchFamily="34" charset="0"/>
              </a:rPr>
              <a:t>Način dela</a:t>
            </a:r>
          </a:p>
        </p:txBody>
      </p:sp>
      <p:sp>
        <p:nvSpPr>
          <p:cNvPr id="23" name="PoljeZBesedilom 22">
            <a:extLst>
              <a:ext uri="{FF2B5EF4-FFF2-40B4-BE49-F238E27FC236}">
                <a16:creationId xmlns:a16="http://schemas.microsoft.com/office/drawing/2014/main" id="{3400C92E-23BD-F5DA-4524-49F59EC1973F}"/>
              </a:ext>
            </a:extLst>
          </p:cNvPr>
          <p:cNvSpPr txBox="1"/>
          <p:nvPr/>
        </p:nvSpPr>
        <p:spPr>
          <a:xfrm>
            <a:off x="5991162" y="9081492"/>
            <a:ext cx="4256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800" dirty="0" err="1">
                <a:solidFill>
                  <a:schemeClr val="bg1"/>
                </a:solidFill>
              </a:rPr>
              <a:t>Scrum</a:t>
            </a:r>
            <a:r>
              <a:rPr lang="sl-SI" sz="2800" dirty="0">
                <a:solidFill>
                  <a:schemeClr val="bg1"/>
                </a:solidFill>
              </a:rPr>
              <a:t>, </a:t>
            </a:r>
            <a:r>
              <a:rPr lang="sl-SI" sz="2800" dirty="0" err="1">
                <a:solidFill>
                  <a:schemeClr val="bg1"/>
                </a:solidFill>
              </a:rPr>
              <a:t>Kanban</a:t>
            </a:r>
            <a:endParaRPr lang="sl-SI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</TotalTime>
  <Words>33</Words>
  <Application>Microsoft Office PowerPoint</Application>
  <PresentationFormat>Po meri</PresentationFormat>
  <Paragraphs>9</Paragraphs>
  <Slides>1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2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PowerPointova predstavitev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Aleš Fon Cafnik</cp:lastModifiedBy>
  <cp:revision>5</cp:revision>
  <dcterms:created xsi:type="dcterms:W3CDTF">2025-06-12T09:12:18Z</dcterms:created>
  <dcterms:modified xsi:type="dcterms:W3CDTF">2025-06-12T11:10:45Z</dcterms:modified>
</cp:coreProperties>
</file>