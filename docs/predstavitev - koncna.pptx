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57" r:id="rId3"/>
    <p:sldId id="265" r:id="rId4"/>
    <p:sldId id="262" r:id="rId5"/>
    <p:sldId id="259" r:id="rId6"/>
    <p:sldId id="260" r:id="rId7"/>
    <p:sldId id="261" r:id="rId8"/>
    <p:sldId id="263" r:id="rId9"/>
    <p:sldId id="258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l-SI"/>
              <a:t>Kliknite, če želite urediti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4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912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9977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4133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1008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4099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1127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435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093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0023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n n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97535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7690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77112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kartice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sl-SI"/>
              <a:t>Kliknite za urejanje slogov besedila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7202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nično ali neresnič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sl-SI"/>
              <a:t>Kliknite za urejanje slogov besedila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891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32556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97613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BC021C3-3D6F-447C-BFA6-01781BF92645}" type="datetimeFigureOut">
              <a:rPr lang="sl-SI" smtClean="0"/>
              <a:t>8. 06. 2025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4D604F1-B09A-4CF7-8DEF-610F08B9B96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39706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CD6EAB0-AF71-D302-6387-85EC6AF32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l-SI" dirty="0" err="1"/>
              <a:t>Igrifikacija</a:t>
            </a:r>
            <a:r>
              <a:rPr lang="sl-SI" dirty="0"/>
              <a:t> – Sestavljanka naslovnic iz COBISS PLUS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159664B-B2A7-2E28-DD90-74CBBB516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331" y="4324479"/>
            <a:ext cx="9144000" cy="1655762"/>
          </a:xfrm>
        </p:spPr>
        <p:txBody>
          <a:bodyPr/>
          <a:lstStyle/>
          <a:p>
            <a:r>
              <a:rPr lang="sl-SI" dirty="0">
                <a:solidFill>
                  <a:schemeClr val="tx1"/>
                </a:solidFill>
              </a:rPr>
              <a:t>Avtorji: Matija Čoh, Aleš Fon Cafnik, Miha </a:t>
            </a:r>
            <a:r>
              <a:rPr lang="sl-SI" dirty="0" err="1">
                <a:solidFill>
                  <a:schemeClr val="tx1"/>
                </a:solidFill>
              </a:rPr>
              <a:t>Govedič</a:t>
            </a:r>
            <a:endParaRPr lang="sl-SI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24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C19A80-1D8D-4D4B-BAAD-3C952490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Opis rešitve	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2ADF8FA-CFB8-B358-3C7F-4F8DC27C5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>
                <a:solidFill>
                  <a:schemeClr val="tx1"/>
                </a:solidFill>
              </a:rPr>
              <a:t>Sestavljanje razrezanih kosov naslovnic</a:t>
            </a:r>
          </a:p>
          <a:p>
            <a:r>
              <a:rPr lang="sl-SI" dirty="0">
                <a:solidFill>
                  <a:schemeClr val="tx1"/>
                </a:solidFill>
              </a:rPr>
              <a:t>Težavnosti </a:t>
            </a:r>
          </a:p>
          <a:p>
            <a:r>
              <a:rPr lang="sl-SI" dirty="0">
                <a:solidFill>
                  <a:schemeClr val="tx1"/>
                </a:solidFill>
              </a:rPr>
              <a:t>Interaktivni vmesnik (zvok, animacije)</a:t>
            </a:r>
          </a:p>
          <a:p>
            <a:r>
              <a:rPr lang="sl-SI" dirty="0">
                <a:solidFill>
                  <a:schemeClr val="tx1"/>
                </a:solidFill>
              </a:rPr>
              <a:t>Podpora za različne naprave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302197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271FD19-EE4B-008F-5D16-86C8A4DC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REGISTRACIJSKI ZASLON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C2A9A5AC-9266-1A51-B8D4-585902C55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226" y="259243"/>
            <a:ext cx="4720772" cy="623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6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EDB2AC6-61D1-AB69-5A02-8DEBE737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PrijavnI</a:t>
            </a:r>
            <a:r>
              <a:rPr lang="sl-SI" dirty="0"/>
              <a:t> ZASLON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6C7BEC05-C6B2-435D-455A-BD8CBA780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838" y="209343"/>
            <a:ext cx="5178950" cy="643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8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2B99FCF-0597-4673-A1D8-266B14AF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063" y="5121048"/>
            <a:ext cx="8911687" cy="1280890"/>
          </a:xfrm>
        </p:spPr>
        <p:txBody>
          <a:bodyPr/>
          <a:lstStyle/>
          <a:p>
            <a:r>
              <a:rPr lang="sl-SI" dirty="0"/>
              <a:t>Začetni zaslon	</a:t>
            </a: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25E39597-CEFC-0F5F-CBD2-1606BB51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63" y="194781"/>
            <a:ext cx="7999611" cy="501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1942089-CD43-A4C7-39F0-E61815F7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Igralni zaslon</a:t>
            </a:r>
            <a:endParaRPr lang="sl-SI" dirty="0"/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11A4BD92-A12B-90C2-FC5D-2CBC34F1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791" y="547666"/>
            <a:ext cx="7058077" cy="57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6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36E2DF5-D2DC-60A2-49D5-3DDB85DD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Zaslon z rezultati</a:t>
            </a:r>
          </a:p>
        </p:txBody>
      </p:sp>
      <p:pic>
        <p:nvPicPr>
          <p:cNvPr id="11" name="Slika 10">
            <a:extLst>
              <a:ext uri="{FF2B5EF4-FFF2-40B4-BE49-F238E27FC236}">
                <a16:creationId xmlns:a16="http://schemas.microsoft.com/office/drawing/2014/main" id="{9C8F9C4D-0859-CE67-DEF3-E1F8D51E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6" r="802" b="1034"/>
          <a:stretch>
            <a:fillRect/>
          </a:stretch>
        </p:blipFill>
        <p:spPr>
          <a:xfrm>
            <a:off x="5761918" y="582358"/>
            <a:ext cx="5900094" cy="56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51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7E51D7B-69F5-2D37-B879-2E72B034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Tehnični vidik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DBE10E2-D0EC-5B79-2924-E5F1D4959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dirty="0">
                <a:solidFill>
                  <a:schemeClr val="tx1"/>
                </a:solidFill>
              </a:rPr>
              <a:t>Next.js 13+ (</a:t>
            </a:r>
            <a:r>
              <a:rPr lang="sl-SI" dirty="0" err="1">
                <a:solidFill>
                  <a:schemeClr val="tx1"/>
                </a:solidFill>
              </a:rPr>
              <a:t>React</a:t>
            </a:r>
            <a:r>
              <a:rPr lang="sl-SI" dirty="0">
                <a:solidFill>
                  <a:schemeClr val="tx1"/>
                </a:solidFill>
              </a:rPr>
              <a:t>)</a:t>
            </a:r>
          </a:p>
          <a:p>
            <a:r>
              <a:rPr lang="sl-SI" dirty="0" err="1">
                <a:solidFill>
                  <a:schemeClr val="tx1"/>
                </a:solidFill>
              </a:rPr>
              <a:t>TypeScript</a:t>
            </a:r>
            <a:endParaRPr lang="sl-SI" dirty="0">
              <a:solidFill>
                <a:schemeClr val="tx1"/>
              </a:solidFill>
            </a:endParaRPr>
          </a:p>
          <a:p>
            <a:r>
              <a:rPr lang="sl-SI" dirty="0" err="1">
                <a:solidFill>
                  <a:schemeClr val="tx1"/>
                </a:solidFill>
              </a:rPr>
              <a:t>Tailwind</a:t>
            </a:r>
            <a:r>
              <a:rPr lang="sl-SI" dirty="0">
                <a:solidFill>
                  <a:schemeClr val="tx1"/>
                </a:solidFill>
              </a:rPr>
              <a:t> CSS za oblikovanje</a:t>
            </a:r>
          </a:p>
          <a:p>
            <a:r>
              <a:rPr lang="sl-SI" dirty="0" err="1">
                <a:solidFill>
                  <a:schemeClr val="tx1"/>
                </a:solidFill>
              </a:rPr>
              <a:t>Radix</a:t>
            </a:r>
            <a:r>
              <a:rPr lang="sl-SI" dirty="0">
                <a:solidFill>
                  <a:schemeClr val="tx1"/>
                </a:solidFill>
              </a:rPr>
              <a:t> UI komponente</a:t>
            </a:r>
          </a:p>
          <a:p>
            <a:r>
              <a:rPr lang="sl-SI" dirty="0" err="1">
                <a:solidFill>
                  <a:schemeClr val="tx1"/>
                </a:solidFill>
              </a:rPr>
              <a:t>Firebase</a:t>
            </a:r>
            <a:r>
              <a:rPr lang="sl-SI" dirty="0">
                <a:solidFill>
                  <a:schemeClr val="tx1"/>
                </a:solidFill>
              </a:rPr>
              <a:t>: podatki o knjigah</a:t>
            </a:r>
          </a:p>
          <a:p>
            <a:r>
              <a:rPr lang="sl-SI" dirty="0" err="1">
                <a:solidFill>
                  <a:schemeClr val="tx1"/>
                </a:solidFill>
              </a:rPr>
              <a:t>LocalStorage</a:t>
            </a:r>
            <a:r>
              <a:rPr lang="sl-SI" dirty="0">
                <a:solidFill>
                  <a:schemeClr val="tx1"/>
                </a:solidFill>
              </a:rPr>
              <a:t>: statistika</a:t>
            </a:r>
          </a:p>
        </p:txBody>
      </p:sp>
    </p:spTree>
    <p:extLst>
      <p:ext uri="{BB962C8B-B14F-4D97-AF65-F5344CB8AC3E}">
        <p14:creationId xmlns:p14="http://schemas.microsoft.com/office/powerpoint/2010/main" val="370873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24E240E-73F7-FD53-0211-D24B8BF7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Potek dela		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1A8D17A-B3D4-2154-81F1-C801D9EDF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>
                <a:solidFill>
                  <a:schemeClr val="tx1"/>
                </a:solidFill>
              </a:rPr>
              <a:t>Tedenski sestanki z IZUM</a:t>
            </a:r>
          </a:p>
          <a:p>
            <a:r>
              <a:rPr lang="sl-SI" dirty="0" err="1">
                <a:solidFill>
                  <a:schemeClr val="tx1"/>
                </a:solidFill>
              </a:rPr>
              <a:t>Github</a:t>
            </a:r>
            <a:r>
              <a:rPr lang="sl-SI" dirty="0">
                <a:solidFill>
                  <a:schemeClr val="tx1"/>
                </a:solidFill>
              </a:rPr>
              <a:t> </a:t>
            </a:r>
          </a:p>
          <a:p>
            <a:r>
              <a:rPr lang="sl-SI" dirty="0" err="1">
                <a:solidFill>
                  <a:schemeClr val="tx1"/>
                </a:solidFill>
              </a:rPr>
              <a:t>Kanban</a:t>
            </a:r>
            <a:endParaRPr lang="sl-SI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4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FAADE12-DC18-4874-D6EE-65C0A6185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IZZIVI PRI DELU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D31808B-E89D-C78B-4E6C-F8C78844D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>
                <a:solidFill>
                  <a:schemeClr val="tx1"/>
                </a:solidFill>
              </a:rPr>
              <a:t>Deployment</a:t>
            </a:r>
            <a:r>
              <a:rPr lang="sl-SI" dirty="0">
                <a:solidFill>
                  <a:schemeClr val="tx1"/>
                </a:solidFill>
              </a:rPr>
              <a:t> </a:t>
            </a:r>
            <a:r>
              <a:rPr lang="sl-SI" dirty="0" err="1">
                <a:solidFill>
                  <a:schemeClr val="tx1"/>
                </a:solidFill>
              </a:rPr>
              <a:t>errorji</a:t>
            </a:r>
            <a:endParaRPr lang="sl-SI" dirty="0"/>
          </a:p>
          <a:p>
            <a:endParaRPr lang="sl-SI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6EA95A4C-5893-2020-F3D2-122C86AA0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29" y="805200"/>
            <a:ext cx="7885107" cy="2370090"/>
          </a:xfrm>
          <a:prstGeom prst="rect">
            <a:avLst/>
          </a:prstGeom>
        </p:spPr>
      </p:pic>
      <p:pic>
        <p:nvPicPr>
          <p:cNvPr id="6" name="Slika 5">
            <a:extLst>
              <a:ext uri="{FF2B5EF4-FFF2-40B4-BE49-F238E27FC236}">
                <a16:creationId xmlns:a16="http://schemas.microsoft.com/office/drawing/2014/main" id="{FD3DB825-EF09-9A07-AF0D-6B08D6C29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829" y="1050732"/>
            <a:ext cx="7885107" cy="2370090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351E615F-28F3-8920-4BAF-5D572BF91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229" y="1440198"/>
            <a:ext cx="7885107" cy="2370090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E0BBF6B1-578D-860B-4952-B3FA65EC9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846" y="1829664"/>
            <a:ext cx="7885107" cy="2370090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D5E9E332-FF1E-74E8-EC02-04D2E901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36" y="2074766"/>
            <a:ext cx="7885107" cy="2370090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18C2CB34-6539-D7DA-3B16-43F4D3A02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132" y="2423630"/>
            <a:ext cx="7885107" cy="237009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8FD7FB92-44DE-5546-C9F6-F55E140C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843" y="3014709"/>
            <a:ext cx="7885107" cy="237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75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A577ED-A0FC-6AF1-A204-02E413D6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ZAKLJUČEK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39EB4F8-71EB-4D69-42AA-DD23A160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>
                <a:solidFill>
                  <a:schemeClr val="tx1"/>
                </a:solidFill>
              </a:rPr>
              <a:t>Namenjena vsem starostnim kategorijam</a:t>
            </a:r>
          </a:p>
          <a:p>
            <a:r>
              <a:rPr lang="sl-SI" dirty="0">
                <a:solidFill>
                  <a:schemeClr val="tx1"/>
                </a:solidFill>
              </a:rPr>
              <a:t>Zabava</a:t>
            </a:r>
          </a:p>
          <a:p>
            <a:r>
              <a:rPr lang="sl-SI" dirty="0">
                <a:solidFill>
                  <a:schemeClr val="tx1"/>
                </a:solidFill>
              </a:rPr>
              <a:t>Izobraževanje</a:t>
            </a:r>
          </a:p>
        </p:txBody>
      </p:sp>
    </p:spTree>
    <p:extLst>
      <p:ext uri="{BB962C8B-B14F-4D97-AF65-F5344CB8AC3E}">
        <p14:creationId xmlns:p14="http://schemas.microsoft.com/office/powerpoint/2010/main" val="4050686769"/>
      </p:ext>
    </p:extLst>
  </p:cSld>
  <p:clrMapOvr>
    <a:masterClrMapping/>
  </p:clrMapOvr>
</p:sld>
</file>

<file path=ppt/theme/theme1.xml><?xml version="1.0" encoding="utf-8"?>
<a:theme xmlns:a="http://schemas.openxmlformats.org/drawingml/2006/main" name="Rezina">
  <a:themeElements>
    <a:clrScheme name="Rezin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Rezin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zin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134</TotalTime>
  <Words>98</Words>
  <Application>Microsoft Office PowerPoint</Application>
  <PresentationFormat>Širokozaslonsko</PresentationFormat>
  <Paragraphs>29</Paragraphs>
  <Slides>11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2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Rezina</vt:lpstr>
      <vt:lpstr>Igrifikacija – Sestavljanka naslovnic iz COBISS PLUS</vt:lpstr>
      <vt:lpstr>Opis rešitve  </vt:lpstr>
      <vt:lpstr>REGISTRACIJSKI ZASLON</vt:lpstr>
      <vt:lpstr>PrijavnI ZASLON</vt:lpstr>
      <vt:lpstr>Začetni zaslon </vt:lpstr>
      <vt:lpstr>Igralni zaslon</vt:lpstr>
      <vt:lpstr>Zaslon z rezultati</vt:lpstr>
      <vt:lpstr>Tehnični vidik</vt:lpstr>
      <vt:lpstr>Potek dela  </vt:lpstr>
      <vt:lpstr>IZZIVI PRI DELU</vt:lpstr>
      <vt:lpstr>ZAKLJUČEK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Aleš Fon Cafnik</dc:creator>
  <cp:lastModifiedBy>Aleš Fon Cafnik</cp:lastModifiedBy>
  <cp:revision>2</cp:revision>
  <dcterms:created xsi:type="dcterms:W3CDTF">2025-06-08T17:11:52Z</dcterms:created>
  <dcterms:modified xsi:type="dcterms:W3CDTF">2025-06-08T19:26:31Z</dcterms:modified>
</cp:coreProperties>
</file>